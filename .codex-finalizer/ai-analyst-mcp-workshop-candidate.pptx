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3ae8994e643c8" /><Relationship Type="http://schemas.openxmlformats.org/officeDocument/2006/relationships/extended-properties" Target="/docProps/app.xml" Id="Racb30818639c424d" /><Relationship Type="http://schemas.openxmlformats.org/officeDocument/2006/relationships/officeDocument" Target="/ppt/presentation.xml" Id="R09b969299a27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63537c1d14ed0"/>
  </p:sldMasterIdLst>
  <p:notesMasterIdLst>
    <p:notesMasterId xmlns:r="http://schemas.openxmlformats.org/officeDocument/2006/relationships" r:id="R0eb56f07b7b742f7"/>
  </p:notesMasterIdLst>
  <p:sldIdLst>
    <p:sldId xmlns:r="http://schemas.openxmlformats.org/officeDocument/2006/relationships" id="256" r:id="Ra9899f08433d4a65"/>
    <p:sldId xmlns:r="http://schemas.openxmlformats.org/officeDocument/2006/relationships" id="257" r:id="R6a5ff0849f604b0d"/>
    <p:sldId xmlns:r="http://schemas.openxmlformats.org/officeDocument/2006/relationships" id="258" r:id="Rd0675fe1578d4763"/>
    <p:sldId xmlns:r="http://schemas.openxmlformats.org/officeDocument/2006/relationships" id="259" r:id="Rab6b824e9fd34b74"/>
    <p:sldId xmlns:r="http://schemas.openxmlformats.org/officeDocument/2006/relationships" id="260" r:id="R917a31c781b046e2"/>
    <p:sldId xmlns:r="http://schemas.openxmlformats.org/officeDocument/2006/relationships" id="261" r:id="R39ec0fa7bee14525"/>
    <p:sldId xmlns:r="http://schemas.openxmlformats.org/officeDocument/2006/relationships" id="262" r:id="Rb0ecd76df35b451c"/>
    <p:sldId xmlns:r="http://schemas.openxmlformats.org/officeDocument/2006/relationships" id="263" r:id="R3721c2c893134c44"/>
    <p:sldId xmlns:r="http://schemas.openxmlformats.org/officeDocument/2006/relationships" id="264" r:id="R60b18bc6e23f433b"/>
    <p:sldId xmlns:r="http://schemas.openxmlformats.org/officeDocument/2006/relationships" id="265" r:id="R7f97912286624e30"/>
    <p:sldId xmlns:r="http://schemas.openxmlformats.org/officeDocument/2006/relationships" id="266" r:id="R1252eb45c4c84866"/>
    <p:sldId xmlns:r="http://schemas.openxmlformats.org/officeDocument/2006/relationships" id="267" r:id="R2c4a457e66cb470d"/>
    <p:sldId xmlns:r="http://schemas.openxmlformats.org/officeDocument/2006/relationships" id="268" r:id="R80bb50550d714757"/>
    <p:sldId xmlns:r="http://schemas.openxmlformats.org/officeDocument/2006/relationships" id="269" r:id="R640442469ba44874"/>
    <p:sldId xmlns:r="http://schemas.openxmlformats.org/officeDocument/2006/relationships" id="270" r:id="R8b3f1d33d8204349"/>
    <p:sldId xmlns:r="http://schemas.openxmlformats.org/officeDocument/2006/relationships" id="271" r:id="R34fca55aabd44da7"/>
    <p:sldId xmlns:r="http://schemas.openxmlformats.org/officeDocument/2006/relationships" id="272" r:id="Rd2f5a389ce194928"/>
    <p:sldId xmlns:r="http://schemas.openxmlformats.org/officeDocument/2006/relationships" id="273" r:id="R9a2dfe3b63234a90"/>
    <p:sldId xmlns:r="http://schemas.openxmlformats.org/officeDocument/2006/relationships" id="274" r:id="R4a8b3c64936c4a1b"/>
    <p:sldId xmlns:r="http://schemas.openxmlformats.org/officeDocument/2006/relationships" id="275" r:id="R10733c4b265a4863"/>
    <p:sldId xmlns:r="http://schemas.openxmlformats.org/officeDocument/2006/relationships" id="276" r:id="Rcb61b66dce97487a"/>
    <p:sldId xmlns:r="http://schemas.openxmlformats.org/officeDocument/2006/relationships" id="277" r:id="R9eacdb0585b84d23"/>
    <p:sldId xmlns:r="http://schemas.openxmlformats.org/officeDocument/2006/relationships" id="278" r:id="R7cb5509e69f54477"/>
    <p:sldId xmlns:r="http://schemas.openxmlformats.org/officeDocument/2006/relationships" id="279" r:id="R2585c6ab0bb7480d"/>
    <p:sldId xmlns:r="http://schemas.openxmlformats.org/officeDocument/2006/relationships" id="280" r:id="Ra75ff8c3f2ca4f03"/>
    <p:sldId xmlns:r="http://schemas.openxmlformats.org/officeDocument/2006/relationships" id="281" r:id="R956001f466734e4d"/>
    <p:sldId xmlns:r="http://schemas.openxmlformats.org/officeDocument/2006/relationships" id="282" r:id="Re75de4e20afc4e08"/>
    <p:sldId xmlns:r="http://schemas.openxmlformats.org/officeDocument/2006/relationships" id="283" r:id="Rfe612fb8614f4ee8"/>
    <p:sldId xmlns:r="http://schemas.openxmlformats.org/officeDocument/2006/relationships" id="284" r:id="R0fc7e652609a4732"/>
    <p:sldId xmlns:r="http://schemas.openxmlformats.org/officeDocument/2006/relationships" id="285" r:id="R866a6d347c7c47e3"/>
    <p:sldId xmlns:r="http://schemas.openxmlformats.org/officeDocument/2006/relationships" id="286" r:id="Rbf14d357f6e642a3"/>
    <p:sldId xmlns:r="http://schemas.openxmlformats.org/officeDocument/2006/relationships" id="287" r:id="R252053d909104269"/>
    <p:sldId xmlns:r="http://schemas.openxmlformats.org/officeDocument/2006/relationships" id="288" r:id="R87fef9bd4a4547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1021d485f4766" /><Relationship Type="http://schemas.openxmlformats.org/officeDocument/2006/relationships/slideMaster" Target="/ppt/slideMasters/slideMaster1.xml" Id="Rd9e63537c1d14ed0" /><Relationship Type="http://schemas.openxmlformats.org/officeDocument/2006/relationships/notesMaster" Target="/ppt/notesMasters/notesMaster1.xml" Id="R0eb56f07b7b742f7" /><Relationship Type="http://schemas.openxmlformats.org/officeDocument/2006/relationships/presProps" Target="/ppt/presProps.xml" Id="Rd9ba1396b3ad40ad" /><Relationship Type="http://schemas.openxmlformats.org/officeDocument/2006/relationships/tableStyles" Target="/ppt/tableStyles.xml" Id="Re4dfed3e652d45b7" /><Relationship Type="http://schemas.openxmlformats.org/officeDocument/2006/relationships/slide" Target="/ppt/slides/slide1.xml" Id="Ra9899f08433d4a65" /><Relationship Type="http://schemas.openxmlformats.org/officeDocument/2006/relationships/slide" Target="/ppt/slides/slide2.xml" Id="R6a5ff0849f604b0d" /><Relationship Type="http://schemas.openxmlformats.org/officeDocument/2006/relationships/slide" Target="/ppt/slides/slide3.xml" Id="Rd0675fe1578d4763" /><Relationship Type="http://schemas.openxmlformats.org/officeDocument/2006/relationships/slide" Target="/ppt/slides/slide4.xml" Id="Rab6b824e9fd34b74" /><Relationship Type="http://schemas.openxmlformats.org/officeDocument/2006/relationships/slide" Target="/ppt/slides/slide5.xml" Id="R917a31c781b046e2" /><Relationship Type="http://schemas.openxmlformats.org/officeDocument/2006/relationships/slide" Target="/ppt/slides/slide6.xml" Id="R39ec0fa7bee14525" /><Relationship Type="http://schemas.openxmlformats.org/officeDocument/2006/relationships/slide" Target="/ppt/slides/slide7.xml" Id="Rb0ecd76df35b451c" /><Relationship Type="http://schemas.openxmlformats.org/officeDocument/2006/relationships/slide" Target="/ppt/slides/slide8.xml" Id="R3721c2c893134c44" /><Relationship Type="http://schemas.openxmlformats.org/officeDocument/2006/relationships/slide" Target="/ppt/slides/slide9.xml" Id="R60b18bc6e23f433b" /><Relationship Type="http://schemas.openxmlformats.org/officeDocument/2006/relationships/slide" Target="/ppt/slides/slide10.xml" Id="R7f97912286624e30" /><Relationship Type="http://schemas.openxmlformats.org/officeDocument/2006/relationships/slide" Target="/ppt/slides/slide11.xml" Id="R1252eb45c4c84866" /><Relationship Type="http://schemas.openxmlformats.org/officeDocument/2006/relationships/slide" Target="/ppt/slides/slide12.xml" Id="R2c4a457e66cb470d" /><Relationship Type="http://schemas.openxmlformats.org/officeDocument/2006/relationships/slide" Target="/ppt/slides/slide13.xml" Id="R80bb50550d714757" /><Relationship Type="http://schemas.openxmlformats.org/officeDocument/2006/relationships/slide" Target="/ppt/slides/slide14.xml" Id="R640442469ba44874" /><Relationship Type="http://schemas.openxmlformats.org/officeDocument/2006/relationships/slide" Target="/ppt/slides/slide15.xml" Id="R8b3f1d33d8204349" /><Relationship Type="http://schemas.openxmlformats.org/officeDocument/2006/relationships/slide" Target="/ppt/slides/slide16.xml" Id="R34fca55aabd44da7" /><Relationship Type="http://schemas.openxmlformats.org/officeDocument/2006/relationships/slide" Target="/ppt/slides/slide17.xml" Id="Rd2f5a389ce194928" /><Relationship Type="http://schemas.openxmlformats.org/officeDocument/2006/relationships/slide" Target="/ppt/slides/slide18.xml" Id="R9a2dfe3b63234a90" /><Relationship Type="http://schemas.openxmlformats.org/officeDocument/2006/relationships/slide" Target="/ppt/slides/slide19.xml" Id="R4a8b3c64936c4a1b" /><Relationship Type="http://schemas.openxmlformats.org/officeDocument/2006/relationships/slide" Target="/ppt/slides/slide20.xml" Id="R10733c4b265a4863" /><Relationship Type="http://schemas.openxmlformats.org/officeDocument/2006/relationships/slide" Target="/ppt/slides/slide21.xml" Id="Rcb61b66dce97487a" /><Relationship Type="http://schemas.openxmlformats.org/officeDocument/2006/relationships/slide" Target="/ppt/slides/slide22.xml" Id="R9eacdb0585b84d23" /><Relationship Type="http://schemas.openxmlformats.org/officeDocument/2006/relationships/slide" Target="/ppt/slides/slide23.xml" Id="R7cb5509e69f54477" /><Relationship Type="http://schemas.openxmlformats.org/officeDocument/2006/relationships/slide" Target="/ppt/slides/slide24.xml" Id="R2585c6ab0bb7480d" /><Relationship Type="http://schemas.openxmlformats.org/officeDocument/2006/relationships/slide" Target="/ppt/slides/slide25.xml" Id="Ra75ff8c3f2ca4f03" /><Relationship Type="http://schemas.openxmlformats.org/officeDocument/2006/relationships/slide" Target="/ppt/slides/slide26.xml" Id="R956001f466734e4d" /><Relationship Type="http://schemas.openxmlformats.org/officeDocument/2006/relationships/slide" Target="/ppt/slides/slide27.xml" Id="Re75de4e20afc4e08" /><Relationship Type="http://schemas.openxmlformats.org/officeDocument/2006/relationships/slide" Target="/ppt/slides/slide28.xml" Id="Rfe612fb8614f4ee8" /><Relationship Type="http://schemas.openxmlformats.org/officeDocument/2006/relationships/slide" Target="/ppt/slides/slide29.xml" Id="R0fc7e652609a4732" /><Relationship Type="http://schemas.openxmlformats.org/officeDocument/2006/relationships/slide" Target="/ppt/slides/slide30.xml" Id="R866a6d347c7c47e3" /><Relationship Type="http://schemas.openxmlformats.org/officeDocument/2006/relationships/slide" Target="/ppt/slides/slide31.xml" Id="Rbf14d357f6e642a3" /><Relationship Type="http://schemas.openxmlformats.org/officeDocument/2006/relationships/slide" Target="/ppt/slides/slide32.xml" Id="R252053d909104269" /><Relationship Type="http://schemas.openxmlformats.org/officeDocument/2006/relationships/slide" Target="/ppt/slides/slide33.xml" Id="R87fef9bd4a45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49310eaa744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b90ef109274079" /><Relationship Type="http://schemas.openxmlformats.org/officeDocument/2006/relationships/notesMaster" Target="/ppt/notesMasters/notesMaster1.xml" Id="Rde5fa70ee4c3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160dde75524380" /><Relationship Type="http://schemas.openxmlformats.org/officeDocument/2006/relationships/notesMaster" Target="/ppt/notesMasters/notesMaster1.xml" Id="Rb52c18f3cec94e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ff203d3f144fc" /><Relationship Type="http://schemas.openxmlformats.org/officeDocument/2006/relationships/notesMaster" Target="/ppt/notesMasters/notesMaster1.xml" Id="R49dd2c5cf40642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977fbf7b84202" /><Relationship Type="http://schemas.openxmlformats.org/officeDocument/2006/relationships/notesMaster" Target="/ppt/notesMasters/notesMaster1.xml" Id="Rd0fcb721267e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a9403804540de" /><Relationship Type="http://schemas.openxmlformats.org/officeDocument/2006/relationships/notesMaster" Target="/ppt/notesMasters/notesMaster1.xml" Id="Rda091f049a494d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fdd097ef074c32" /><Relationship Type="http://schemas.openxmlformats.org/officeDocument/2006/relationships/notesMaster" Target="/ppt/notesMasters/notesMaster1.xml" Id="R7d5e9ffb0f75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290b249bd0488f" /><Relationship Type="http://schemas.openxmlformats.org/officeDocument/2006/relationships/notesMaster" Target="/ppt/notesMasters/notesMaster1.xml" Id="Rc90a47f1b0b4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054dab5b0546cc" /><Relationship Type="http://schemas.openxmlformats.org/officeDocument/2006/relationships/notesMaster" Target="/ppt/notesMasters/notesMaster1.xml" Id="Rf5f40ee3f33846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3d76212de04e59" /><Relationship Type="http://schemas.openxmlformats.org/officeDocument/2006/relationships/notesMaster" Target="/ppt/notesMasters/notesMaster1.xml" Id="Ra795090682c448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669f3877046a1" /><Relationship Type="http://schemas.openxmlformats.org/officeDocument/2006/relationships/notesMaster" Target="/ppt/notesMasters/notesMaster1.xml" Id="Rcf081390e3f94c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d0b6ed73654af4" /><Relationship Type="http://schemas.openxmlformats.org/officeDocument/2006/relationships/notesMaster" Target="/ppt/notesMasters/notesMaster1.xml" Id="R9e81598caef04c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fdc74b283147a4" /><Relationship Type="http://schemas.openxmlformats.org/officeDocument/2006/relationships/notesMaster" Target="/ppt/notesMasters/notesMaster1.xml" Id="R83e77fe7db774f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13e25bfb0d4420" /><Relationship Type="http://schemas.openxmlformats.org/officeDocument/2006/relationships/notesMaster" Target="/ppt/notesMasters/notesMaster1.xml" Id="R62f32a3f7b4b4d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48720d5c894e15" /><Relationship Type="http://schemas.openxmlformats.org/officeDocument/2006/relationships/notesMaster" Target="/ppt/notesMasters/notesMaster1.xml" Id="Rc666dc3eb0da46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d806fcfcac46e4" /><Relationship Type="http://schemas.openxmlformats.org/officeDocument/2006/relationships/notesMaster" Target="/ppt/notesMasters/notesMaster1.xml" Id="Rb2f2d702ad5841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0fb4c0fe614a12" /><Relationship Type="http://schemas.openxmlformats.org/officeDocument/2006/relationships/notesMaster" Target="/ppt/notesMasters/notesMaster1.xml" Id="R8f3f2c69f49646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814ed37c5f4d3a" /><Relationship Type="http://schemas.openxmlformats.org/officeDocument/2006/relationships/notesMaster" Target="/ppt/notesMasters/notesMaster1.xml" Id="Re47ae9e0f2c341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3502320eb2442d" /><Relationship Type="http://schemas.openxmlformats.org/officeDocument/2006/relationships/notesMaster" Target="/ppt/notesMasters/notesMaster1.xml" Id="Rfe7f1b8005ba49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19e751852c4d6d" /><Relationship Type="http://schemas.openxmlformats.org/officeDocument/2006/relationships/notesMaster" Target="/ppt/notesMasters/notesMaster1.xml" Id="R0bc61b86d23640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ea9ab5cba64f7d" /><Relationship Type="http://schemas.openxmlformats.org/officeDocument/2006/relationships/notesMaster" Target="/ppt/notesMasters/notesMaster1.xml" Id="R5e20b1abf58449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44c300a2e64899" /><Relationship Type="http://schemas.openxmlformats.org/officeDocument/2006/relationships/notesMaster" Target="/ppt/notesMasters/notesMaster1.xml" Id="Rdfa0fce6312a4c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918a65fc6044f5" /><Relationship Type="http://schemas.openxmlformats.org/officeDocument/2006/relationships/notesMaster" Target="/ppt/notesMasters/notesMaster1.xml" Id="R526bc1931e8a4b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38ed7b9aee4e27" /><Relationship Type="http://schemas.openxmlformats.org/officeDocument/2006/relationships/notesMaster" Target="/ppt/notesMasters/notesMaster1.xml" Id="R2fa4bc780a0445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f912c396264579" /><Relationship Type="http://schemas.openxmlformats.org/officeDocument/2006/relationships/notesMaster" Target="/ppt/notesMasters/notesMaster1.xml" Id="R1769044ceccd4e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45060eb7e14ee8" /><Relationship Type="http://schemas.openxmlformats.org/officeDocument/2006/relationships/notesMaster" Target="/ppt/notesMasters/notesMaster1.xml" Id="Rf78dda0919d449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19f698de9a4a8e" /><Relationship Type="http://schemas.openxmlformats.org/officeDocument/2006/relationships/notesMaster" Target="/ppt/notesMasters/notesMaster1.xml" Id="R93402e52d5c04d5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257d7a60c44080" /><Relationship Type="http://schemas.openxmlformats.org/officeDocument/2006/relationships/notesMaster" Target="/ppt/notesMasters/notesMaster1.xml" Id="R6ee5e62a61f943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c5d72191a844aa" /><Relationship Type="http://schemas.openxmlformats.org/officeDocument/2006/relationships/notesMaster" Target="/ppt/notesMasters/notesMaster1.xml" Id="Rcf5efafbdd8b44b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726c3f014d44f9" /><Relationship Type="http://schemas.openxmlformats.org/officeDocument/2006/relationships/notesMaster" Target="/ppt/notesMasters/notesMaster1.xml" Id="R6377f78fc5aa43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1220dd3fe447a3" /><Relationship Type="http://schemas.openxmlformats.org/officeDocument/2006/relationships/notesMaster" Target="/ppt/notesMasters/notesMaster1.xml" Id="R78ce23d50d824b0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426ddeb2dc249ca" /><Relationship Type="http://schemas.openxmlformats.org/officeDocument/2006/relationships/notesMaster" Target="/ppt/notesMasters/notesMaster1.xml" Id="Rc1ea67aead29445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efefdb41d74d48" /><Relationship Type="http://schemas.openxmlformats.org/officeDocument/2006/relationships/notesMaster" Target="/ppt/notesMasters/notesMaster1.xml" Id="R50588fb043e1409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4dbb031a3904843" /><Relationship Type="http://schemas.openxmlformats.org/officeDocument/2006/relationships/notesMaster" Target="/ppt/notesMasters/notesMaster1.xml" Id="R11d5cd2a9292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09:00–09:45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MCP як домовленість про формат повідомлень. Клієнт спершу запитує список інструментів, потім викликає потрібний і отримує структурований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не виконує аналіз самостійно: рішення приймає Claude, а Python-функцію виконує наш сервер.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09:45–10:45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задає зрозумілий спосіб з’єднання різних пристроїв. MCP так само дає клієнту стандартний спосіб побачити та викликати інструменти сервера.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10:45–11:45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як модель обирає крок. Агентний цикл виконує послідовність кроків. Python-функції роблять конкретну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list_tables, describe_table,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11:45–13:00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13:00–14:15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Коли користувач питає «Що є в цій базі?», агент викликає list_tables. Для конкретного питання він читає структуру потрібних таблиць через describe_table. Лише після цього складає SELECT.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Саме описи таблиць, колонок і зв’язків дають моделі контекст про дані.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14:15–15:30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означає standard input / standard output, тобто стандартний вхід і вихід програми. Claude Desktop запускає Python-процес на цьому ж комп’ютері та обмінюється з ним повідомленнями напряму. Вебадреса й відкритий порт не потрібні.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хмарі сервер працює постійно. Клієнт звертається до нього через HTTP за адресою /mcp. MCP_TRANSPORT перемикає лише спосіб підключення.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реальних даних почніть із трьох речей.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Перша: окрема роль бази з мінімальними правами. Друга: автентифікація на публічному MCP, щоб сервер розумів, хто підключився. Третя: словник метрик із визначенням, формулою, фільтрами, джерелом даних і відповідальним.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Документація метрик потрібна і людям, і агенту. Без неї технічно правильний SQL може відповідати на інше бізнес-питання.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Деталі: docs/NEXT-STEPS.md, docs/DEPLOY.md, deploy/AUTH.md.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6de211717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4efa56e1b4900" /><Relationship Type="http://schemas.openxmlformats.org/officeDocument/2006/relationships/slideLayout" Target="/ppt/slideLayouts/slideLayout1.xml" Id="Rcaa6f854f35f49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6f854f35f49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e20c885174fd9" /><Relationship Type="http://schemas.openxmlformats.org/officeDocument/2006/relationships/image" Target="/ppt/media/image.png" Id="Rcc1a0785cc944559" /><Relationship Type="http://schemas.openxmlformats.org/officeDocument/2006/relationships/image" Target="/ppt/media/image2.png" Id="Rf7d31ee7f2c2408f" /><Relationship Type="http://schemas.openxmlformats.org/officeDocument/2006/relationships/notesSlide" Target="/ppt/notesSlides/notesSlide1.xml" Id="Rd420eb92d55646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fed5604094ede" /><Relationship Type="http://schemas.openxmlformats.org/officeDocument/2006/relationships/notesSlide" Target="/ppt/notesSlides/notesSlide2.xml" Id="Rce270ff4e9ef46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64b514ef24536" /><Relationship Type="http://schemas.openxmlformats.org/officeDocument/2006/relationships/notesSlide" Target="/ppt/notesSlides/notesSlide3.xml" Id="Rec3991b512e943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f184143cf44b5" /><Relationship Type="http://schemas.openxmlformats.org/officeDocument/2006/relationships/notesSlide" Target="/ppt/notesSlides/notesSlide4.xml" Id="Rd003f181173a4e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85d2e0ced4a37" /><Relationship Type="http://schemas.openxmlformats.org/officeDocument/2006/relationships/notesSlide" Target="/ppt/notesSlides/notesSlide5.xml" Id="Ra4fbf220a5ff4f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9ad291ce94530" /><Relationship Type="http://schemas.openxmlformats.org/officeDocument/2006/relationships/image" Target="/ppt/media/image3.png" Id="Rf96e199dccaa4447" /><Relationship Type="http://schemas.openxmlformats.org/officeDocument/2006/relationships/image" Target="/ppt/media/image4.png" Id="Ra9e352c5caeb498f" /><Relationship Type="http://schemas.openxmlformats.org/officeDocument/2006/relationships/notesSlide" Target="/ppt/notesSlides/notesSlide6.xml" Id="R3b85ae85356a4c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c9cb2cf674fa6" /><Relationship Type="http://schemas.openxmlformats.org/officeDocument/2006/relationships/image" Target="/ppt/media/image5.png" Id="R0c30153b05b044d1" /><Relationship Type="http://schemas.openxmlformats.org/officeDocument/2006/relationships/notesSlide" Target="/ppt/notesSlides/notesSlide7.xml" Id="R61ed9bd8cd7447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d97a21a8d4eb9" /><Relationship Type="http://schemas.openxmlformats.org/officeDocument/2006/relationships/image" Target="/ppt/media/image6.png" Id="R68f984b41eb44f15" /><Relationship Type="http://schemas.openxmlformats.org/officeDocument/2006/relationships/image" Target="/ppt/media/image7.png" Id="R68393918e2b64359" /><Relationship Type="http://schemas.openxmlformats.org/officeDocument/2006/relationships/notesSlide" Target="/ppt/notesSlides/notesSlide8.xml" Id="R16d78877857f4b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7725cfceb4404" /><Relationship Type="http://schemas.openxmlformats.org/officeDocument/2006/relationships/image" Target="/ppt/media/image8.png" Id="Rb633384b7c4b4b82" /><Relationship Type="http://schemas.openxmlformats.org/officeDocument/2006/relationships/notesSlide" Target="/ppt/notesSlides/notesSlide9.xml" Id="R358738c6eb5040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4058964b44264" /><Relationship Type="http://schemas.openxmlformats.org/officeDocument/2006/relationships/image" Target="/ppt/media/image9.png" Id="R84e4f8258a894b78" /><Relationship Type="http://schemas.openxmlformats.org/officeDocument/2006/relationships/notesSlide" Target="/ppt/notesSlides/notesSlide10.xml" Id="R0660b39d7fc843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f44c5e7c1432f" /><Relationship Type="http://schemas.openxmlformats.org/officeDocument/2006/relationships/notesSlide" Target="/ppt/notesSlides/notesSlide11.xml" Id="Redb336b383aa47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802353bea4587" /><Relationship Type="http://schemas.openxmlformats.org/officeDocument/2006/relationships/notesSlide" Target="/ppt/notesSlides/notesSlide12.xml" Id="Rb1e5ac8c1d1e4c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ef58867a4a4b" /><Relationship Type="http://schemas.openxmlformats.org/officeDocument/2006/relationships/notesSlide" Target="/ppt/notesSlides/notesSlide13.xml" Id="R154463bf741a48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2e1fc77f14d82" /><Relationship Type="http://schemas.openxmlformats.org/officeDocument/2006/relationships/notesSlide" Target="/ppt/notesSlides/notesSlide14.xml" Id="Re96134b5867d4b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76b8b6e1c421d" /><Relationship Type="http://schemas.openxmlformats.org/officeDocument/2006/relationships/notesSlide" Target="/ppt/notesSlides/notesSlide15.xml" Id="Rebc618d659b544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8eadc8894a5b" /><Relationship Type="http://schemas.openxmlformats.org/officeDocument/2006/relationships/notesSlide" Target="/ppt/notesSlides/notesSlide16.xml" Id="Rad779875263740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85c046727474d" /><Relationship Type="http://schemas.openxmlformats.org/officeDocument/2006/relationships/notesSlide" Target="/ppt/notesSlides/notesSlide17.xml" Id="R8f17250d671043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6584827f845e6" /><Relationship Type="http://schemas.openxmlformats.org/officeDocument/2006/relationships/notesSlide" Target="/ppt/notesSlides/notesSlide18.xml" Id="R2650f6ceec0f4d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e4d847b554a80" /><Relationship Type="http://schemas.openxmlformats.org/officeDocument/2006/relationships/notesSlide" Target="/ppt/notesSlides/notesSlide19.xml" Id="R1ad56e2229634c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c8d2aae9442a8" /><Relationship Type="http://schemas.openxmlformats.org/officeDocument/2006/relationships/notesSlide" Target="/ppt/notesSlides/notesSlide20.xml" Id="R2cea9f191ab241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7bc0d440141ff" /><Relationship Type="http://schemas.openxmlformats.org/officeDocument/2006/relationships/notesSlide" Target="/ppt/notesSlides/notesSlide21.xml" Id="R025cc7568b794f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84ed6ea8343ec" /><Relationship Type="http://schemas.openxmlformats.org/officeDocument/2006/relationships/notesSlide" Target="/ppt/notesSlides/notesSlide22.xml" Id="Rd080591d705f49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0dd5a98354b2a" /><Relationship Type="http://schemas.openxmlformats.org/officeDocument/2006/relationships/notesSlide" Target="/ppt/notesSlides/notesSlide23.xml" Id="R15c49df7a1344d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ed54d054d49f8" /><Relationship Type="http://schemas.openxmlformats.org/officeDocument/2006/relationships/notesSlide" Target="/ppt/notesSlides/notesSlide24.xml" Id="Rad4ec1ba9aec4a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f94aeffd948e1" /><Relationship Type="http://schemas.openxmlformats.org/officeDocument/2006/relationships/notesSlide" Target="/ppt/notesSlides/notesSlide25.xml" Id="Rd3c5b8722e2842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01ac0f4540b0" /><Relationship Type="http://schemas.openxmlformats.org/officeDocument/2006/relationships/notesSlide" Target="/ppt/notesSlides/notesSlide26.xml" Id="R54facfa15d3a4cb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74251bb1c4bad" /><Relationship Type="http://schemas.openxmlformats.org/officeDocument/2006/relationships/image" Target="/ppt/media/image10.png" Id="Re62d47f555b44e5c" /><Relationship Type="http://schemas.openxmlformats.org/officeDocument/2006/relationships/notesSlide" Target="/ppt/notesSlides/notesSlide27.xml" Id="R4be5dd8caf064c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33fa53ca459e" /><Relationship Type="http://schemas.openxmlformats.org/officeDocument/2006/relationships/image" Target="/ppt/media/image11.png" Id="R1535d9ba740c4da8" /><Relationship Type="http://schemas.openxmlformats.org/officeDocument/2006/relationships/notesSlide" Target="/ppt/notesSlides/notesSlide28.xml" Id="R8d39c33371604b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12c6bf49541b1" /><Relationship Type="http://schemas.openxmlformats.org/officeDocument/2006/relationships/notesSlide" Target="/ppt/notesSlides/notesSlide29.xml" Id="Rd6218d4fcb7b40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dd3d6547840d7" /><Relationship Type="http://schemas.openxmlformats.org/officeDocument/2006/relationships/notesSlide" Target="/ppt/notesSlides/notesSlide30.xml" Id="R7b80a05d64c34e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44d7d635642c7" /><Relationship Type="http://schemas.openxmlformats.org/officeDocument/2006/relationships/image" Target="/ppt/media/image12.png" Id="R681fc56f615c4203" /><Relationship Type="http://schemas.openxmlformats.org/officeDocument/2006/relationships/image" Target="/ppt/media/image13.png" Id="R2bc5171b6ad8455e" /><Relationship Type="http://schemas.openxmlformats.org/officeDocument/2006/relationships/image" Target="/ppt/media/image14.png" Id="Ra315885bfea14bc6" /><Relationship Type="http://schemas.openxmlformats.org/officeDocument/2006/relationships/image" Target="/ppt/media/image15.png" Id="R1090025ff1cf451d" /><Relationship Type="http://schemas.openxmlformats.org/officeDocument/2006/relationships/image" Target="/ppt/media/image16.png" Id="R9c85b2e2ec96417d" /><Relationship Type="http://schemas.openxmlformats.org/officeDocument/2006/relationships/notesSlide" Target="/ppt/notesSlides/notesSlide31.xml" Id="Rffc30ab518b241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2850ba9a44092" /><Relationship Type="http://schemas.openxmlformats.org/officeDocument/2006/relationships/notesSlide" Target="/ppt/notesSlides/notesSlide32.xml" Id="R67d0eb123af143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ac3ee61a8493e" /><Relationship Type="http://schemas.openxmlformats.org/officeDocument/2006/relationships/image" Target="/ppt/media/image17.png" Id="R97d9409a54d6437e" /><Relationship Type="http://schemas.openxmlformats.org/officeDocument/2006/relationships/notesSlide" Target="/ppt/notesSlides/notesSlide33.xml" Id="R723c3e11499846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6C9D5-D490-44BC-A7B9-6AB9E05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F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EC53C-865C-4C3E-8851-5D7315D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1475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a0785cc944559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3FBE7-8B9A-42EC-82F3-0D73E1A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E6146-D1B2-4415-A377-2509FA0C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A679-CAEB-4DC1-8412-D0416FBB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2E9D-4AE6-480B-B050-F692705C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29633-A3C5-4C89-B87F-02B15FD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31ee7f2c2408f"/>
          <a:stretch xmlns:a="http://schemas.openxmlformats.org/drawingml/2006/main"/>
        </p:blipFill>
        <p:spPr>
          <a:xfrm xmlns:a="http://schemas.openxmlformats.org/drawingml/2006/main">
            <a:off x="7715250" y="2244429"/>
            <a:ext cx="4000500" cy="3559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40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64509-AA1F-44FE-BBA5-9E6222E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FAA28-8D5B-4D82-99AD-C18FA991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A3128-D4FF-4EBA-9D7C-B933885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3039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787FC-892F-44FE-9E40-601EC54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2E046-8027-40A3-8850-37064D91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51A28-F0D8-417C-B570-DC4687DE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3E0BE-3AFF-46DA-8BA8-FECCF2DC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24265-0CAF-4768-ABF6-9E8DA02D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61098-CA62-4CDE-B0F3-74A748C2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EE6BA-17DF-4BA9-9A51-DC17AA26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A861E-E02F-44CC-90E4-F2B1FC94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89FF2-AADD-4E45-A86E-86905EE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CB9D6-240C-4427-AE0D-BD305F1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B7E48-A630-4052-8174-99BF9E9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378BE-28AC-4B27-9223-602A954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FFC28-7F42-492A-8BB8-04492E41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1F896-D6F0-4F4E-BC63-069A841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E7F1D-65C8-43FD-BDC6-7E9C5BD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F0D92-6B60-4F0A-BB2A-201D1AA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7476E-24E0-4785-BCF0-C75BFC58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54550-0BB5-44F6-80B2-8F7055C4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EBD6D-8AC5-4192-8E5F-E12B3A98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1485096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F594A-410A-424E-8A75-5CF1BFEB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85432-749E-40A9-B192-65FCE707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5C3CE-2085-4033-83EB-2642B0C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079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419B8-613A-4DBD-9B1E-21522C6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0575-52D5-473F-AC7D-2094508E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AE6F1-EAE4-459B-8F73-0606CAF8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2C2B5-C413-4503-B778-BD7EF91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23AC4-A700-469D-AF20-2CEA461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1CA71-E2F8-4D7D-9F60-AFDF7AE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BB7B7-976D-4712-AD98-CA9F241B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BF227-2E63-4BDD-BE3B-E9D8380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378BD-F592-4C61-9732-2C19B22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44542-28FB-48B1-B3C9-C56CABBF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F004A-1FAD-4AB6-AC2F-AE36AE0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1031269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349D-603F-4EB0-97BB-1A86B1C5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6D21E-E4B9-4A3C-A1D2-CFDF3B92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D19AD-8DFF-4420-A16E-96FF794B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9119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61A4A-6CCD-4BED-B85A-380F74FC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09BE3-8CF2-43D4-AEB8-90F46689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ми будемо робити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AD218-365C-421A-8402-5F8E090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Підключимо Claude до PostgreSQL через MCP-сервер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C578C-E6D1-46AD-90E3-F15451F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4DC6A-F4CB-458B-B39D-DBF94FA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15E39-0F55-4B6B-A684-BE8A2C09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3E73B-7D4C-436F-A16D-7A88357D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B9F8B-A367-46A7-920F-AC1754BF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7B0A0-4C02-4EEE-A2FB-6FD045A2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F3474-97C6-40D1-89A1-AF725EB1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Сервер дає Claude п’ять дозволених функцій</a:t>
            </a:r>
          </a:p>
        </p:txBody>
      </p:sp>
    </p:spTree>
    <p:extLst>
      <p:ext uri="{BB962C8B-B14F-4D97-AF65-F5344CB8AC3E}">
        <p14:creationId xmlns:p14="http://schemas.microsoft.com/office/powerpoint/2010/main" val="138441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963361-08C4-4A67-894A-A82F0B3F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D4839-63F9-4CFC-AFE9-1F60F62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3FD24-BD24-4B88-A8E4-C63D26A5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32159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5389A-63D4-41C2-A9C7-990A3961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E407-BF9D-44E6-9042-C253B11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 словник термінів на сьогодні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2364C-CF84-4587-A5F5-5ED2838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121D8-39AA-4F75-8D75-94BCB8FD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03D3B-A65C-4FAB-B599-FB31C077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815B9-A93B-4146-814F-2A2936F5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86B4D-4665-49B7-8C19-947A158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9BD61-98D5-4FFF-B53A-FC078725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1DB99-C56A-4366-BF80-2B65EBF1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A047E-DB8A-4229-859F-F5C8D7F8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31C6A-6F93-4444-BFEA-87A32F5E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9D80A-B5D1-497D-AC2E-91DBECB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F9632-C2CC-4E54-AA8B-AC1E7DAE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19FFA-D520-48DE-BBD2-F90AC8A7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570EB-7E89-441B-B9C0-0C62BA55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AFF68-B433-4AEB-A340-882AED0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7FA73-797D-463B-9C8D-CC4343CF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361F8-0FB5-4F57-85D3-C0EBA953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AC22F-05DC-4DEE-82B9-3002F5BA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94577-EB26-4A41-AB58-BEC608D3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19103-69AA-42F6-A479-6CA50BED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50399-24D4-42E6-B6C6-5939F6BD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19371-E832-4C41-81E8-05D4C13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24F49-36F2-4C52-8769-15E220AD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0B2ED-0CFF-45C8-935D-0E992A9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F94E5-9C02-4FBD-8101-50563B4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DC242-C0E2-4B7A-B33B-F7C8E4B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B4C25-E25A-4544-B5EC-76E58E42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60F80-226A-4CD5-8B29-97603FB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8E028-A80A-4385-A849-9482CED2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BFB1BC-C0F2-46D0-8F0A-2E63A7BD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1341620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46F28-5E7D-45F5-A44B-E1C091A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7364E-7ED0-45E3-8CA1-F159D799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CB486-CEB5-4114-AA08-AD57A267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6519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B5855-F088-457C-85EB-915C894E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04CFC-CAD4-475C-80E1-693A9E2E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71DD-3964-4377-9B1E-28FECE6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ABA67-53B9-479C-8BC3-C9E1A7C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e199dccaa4447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352c5caeb498f"/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790DC-D42B-4D3E-A208-A000C73B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06D46-77BA-463F-933A-E6258581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A0273-1F44-4209-B1B6-34915E99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DD267-E2DB-4D55-AF0C-40BF1CC2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A6CEB-1E81-43CD-BFCA-3EE58245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FE7D0-F0BA-4300-A417-367EF7D0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179AD-21E8-41CB-88A0-DD68F97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1891505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4F85F-E4B0-48DA-8A3F-5B40A7C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30E2-06BA-40F7-B00C-5725A51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A87DD-A991-431A-BAA8-87CEF50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98239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D5A4C-7E74-4D68-A254-769F8D97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0DBFD-3B59-4B91-B81A-D41F5B3D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0153b05b044d1"/>
          <a:stretch xmlns:a="http://schemas.openxmlformats.org/drawingml/2006/main"/>
        </p:blipFill>
        <p:spPr>
          <a:xfrm xmlns:a="http://schemas.openxmlformats.org/drawingml/2006/main">
            <a:off x="1047750" y="1714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41694-361C-4FB7-AD58-A6C706BA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41AC6-E94A-43AF-AC6F-D7956241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09570-686A-4A1C-8251-B320FE6F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7FAF5-AD10-4E1E-813E-F3CE8E35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14595-4421-47C3-9D07-52909C0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44BA2-81D9-431A-805A-E9F7948B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83AFC-9E97-4E4E-A148-FFCEA7A9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BBCE7-5857-4852-A9FF-EC03A9B0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54A3F-758A-434B-A497-F689ADB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2092515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8371B-E252-44CA-9FF9-AFCB79A1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AEC5A-1242-4326-8E1A-16539C2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3C1C7-24D0-47F2-8DDC-E70A903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1278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81A31-7874-4645-8938-3327378B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CAF98-CD61-482D-94CF-30950BD0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72BC9-7257-426E-B0B8-6298009E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24B2A-7157-43F3-94EA-5C53EDAD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984b41eb44f15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93918e2b64359"/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F989D-52B2-4C5A-B989-E98079F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6288E-9B86-4765-95EA-FFDC9A01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CC5DA-C9CB-41C0-AC0E-601B17F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16DD8-C3A3-4798-948B-67E6C82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B02AD-832C-4B78-BBBE-1EF3D53A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1446586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93660-F61E-498D-9071-E8DA8B6B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4A52B-E12A-4447-B5B1-B518959A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999D0-ED3F-4048-BB3E-1B8D50B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6431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E857C-5090-4298-9EC5-36871DC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6F191-D32C-431E-B31C-3919DD0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задає формат повідомлень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3384b7c4b4b82"/>
          <a:stretch xmlns:a="http://schemas.openxmlformats.org/drawingml/2006/main"/>
        </p:blipFill>
        <p:spPr>
          <a:xfrm xmlns:a="http://schemas.openxmlformats.org/drawingml/2006/main">
            <a:off x="781050" y="19526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9AA08-B92F-40AF-8911-4AAA103A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E3494-D367-4A5E-9C1D-6618776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tools/list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6916B-5986-401B-B7E6-41E8475F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які інструменти доступні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B4F4F-D801-42B5-9A0A-606A7781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44307-31DC-48D8-BCF5-2B1D1E2A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tools/call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8B9E0-191A-46F1-85C7-CF62263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який інструмент викликати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192CF-D9E1-444A-98A4-A51361C4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3234E-5EE0-4B4F-A058-86C067E0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ED260-924D-4046-83A4-1B95C015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повернув сервер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5C805-2DC1-42F6-95EA-F389FDD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Claude аналізує. Сервер виконує функцію. MCP переносить повідомлення</a:t>
            </a:r>
          </a:p>
        </p:txBody>
      </p:sp>
    </p:spTree>
    <p:extLst>
      <p:ext uri="{BB962C8B-B14F-4D97-AF65-F5344CB8AC3E}">
        <p14:creationId xmlns:p14="http://schemas.microsoft.com/office/powerpoint/2010/main" val="632999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DD948-71A0-410B-A939-48AAA244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CC6C8-D3A9-4CA3-91CD-18EB5A74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70E09-6158-463A-916D-0F1255B1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97358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79993-B42A-4C8A-BF39-2C1EC101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823F-F9F9-443D-BEBF-B93A210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Claude з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4f8258a894b78"/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1AD6D-CFF2-42A9-83AE-4380F4BA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88DE4-2B6C-45AB-B367-8B4F6B6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AD76B-4E9C-44C7-BD62-E19D9E8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6E309-C578-4995-B241-E0AE8A4A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F459F-D7D9-46D8-B441-878B434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EE475-1EDE-4F13-B406-C362357F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5D359-E6F0-4CB5-AE2C-9BFC398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C535E-A821-4A95-A58B-1149DCCE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259699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1AEAF-B48C-4560-8C59-EED49F2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36A63-920C-4659-B66A-9322EDA2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D10B7-9392-4325-9795-C1D99643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30398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1364E-1393-4AC7-A605-0ECBFA6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6B881-C1E0-4A88-854E-D0761A3A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479A4-2490-48C9-8B9D-DB14814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5752D-1E43-4595-90AA-0CD5CB3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A3A57-44D6-4EB7-9783-F58F9CFF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BBDCF-FDBD-45F6-90B3-22B05CD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4B8D1-1BDE-4CA8-85B5-FD803DC7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39951-7062-472B-8342-D442DE81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B407B-B733-4A28-8338-4219CFE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BB7B3-8646-49AF-BAD0-A22E6AB3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FFD78-62B2-44C2-A3BF-54998B2B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EBB5B-95AC-479D-AAD9-CD72C0C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3AF85-0208-4153-A3E0-3C6D7FE0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66124-BABF-4849-AE09-223D09C5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376DB-BD30-4078-9844-72D834A2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BDD1D-AD0A-44EC-94D7-1218B731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4ABB9-774F-493D-9734-5C749CB5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6C385-6DEB-4A43-8137-7EE9BDE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716349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38681-6746-44AC-8ECC-94B57545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7D8B9-F7B8-42FB-93DC-CC43B694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90C01-2A0B-4933-B4D6-25C7323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3438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2866C-C974-4615-9A51-8D0D247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E0838-C653-4CB1-A671-52EAF8E1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1864E-0E32-4120-9D13-BB98B048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B9767-BC3A-4DA1-9F35-BFB9FF3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394C7-59CA-4885-B649-89EF5181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C5EC1-A94F-46A9-9A33-AEBE0F63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6FEBD-744E-4F32-8E0B-5B6FEBD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F62AA-99A4-4BCC-85C1-555E3B42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181AF-4A39-44B6-BBEE-B2F9569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7FF2E-0D79-477E-B043-19C285F2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335B6-D051-4410-A6C7-93A13482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CE4A5-D5F5-4253-A516-E5F4376B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A2B68-E7DB-45DB-AF85-684A29A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568AE-B8C6-4F8B-8603-A1CFC60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58BC5-77A5-42B8-AD14-913F6AB0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DF9EC-218A-42E3-86C5-A3AD078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629019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B1741D-4229-4100-8CFF-9991B6D2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1A4A1-3B0D-4520-83EC-74F2A70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3023D-39AD-46B3-BF45-4F624AEA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96478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53BE-01E4-4D5B-88F1-873835B5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A717F-6FAD-4472-9AF7-A6D68E4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агент дізнається, що є в базі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FF9FC-F648-4D6D-A4D2-56DF5B56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A291E-4E75-4E0F-8F86-BEF69F5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384D6-D0E3-40CF-8BAA-53517364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374AF-2A0A-4140-B9A4-50BF507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6EC16-76A4-4710-BEBA-FDBFDB8A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отримує назви й описи таблиць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8821F-1B9E-4D99-BA7F-4AD01C7E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339AF-8DEE-4099-BD40-BC06E3DD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55870-EE8B-468E-A066-E0D6B9C6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9F9F2-E2B3-42D9-922D-B286FC9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51D2B-E224-436A-8F41-E1CA944A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читає колонки, типи, зв’язки й коментарі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05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4B81A-E47A-4A2E-9919-7258EA75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45200-CF5D-44F0-AB5D-135F785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D4C27-9B75-4826-BCF0-A70E910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F27AC-5824-448F-8898-81E6055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64581-54D9-4FE3-B7C2-FEB5AC0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обирає потрібні таблиці та поля</a:t>
            </a:r>
          </a:p>
        </p:txBody>
      </p: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7626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6F1E8-D4B9-4A38-8A6E-5CEDAF5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C57CD-A0DF-4EEF-A1DE-7303E52E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3BEDB-13F8-494C-87D0-A92006A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9AD4B-8054-4D28-9D8A-66F840E2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08BB4-FBAB-4913-9BD2-F6E6372B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складає і виконує SELECT</a:t>
            </a:r>
          </a:p>
        </p:txBody>
      </p: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20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7EFB4-9369-432D-BAC0-8A30594B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Спочатку агент читає схему, потім складає SQL</a:t>
            </a:r>
          </a:p>
        </p:txBody>
      </p:sp>
    </p:spTree>
    <p:extLst>
      <p:ext uri="{BB962C8B-B14F-4D97-AF65-F5344CB8AC3E}">
        <p14:creationId xmlns:p14="http://schemas.microsoft.com/office/powerpoint/2010/main" val="14058349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856A1-B1BA-425C-9098-9859EF07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01260-6875-486E-A875-D557421E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D84FB-3F90-412B-A0A4-7B91C7EA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951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A3169-411A-47A3-9D6E-3E7233FD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E9E9E-5B64-407B-88E8-2B8A1A3A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F8D6D-C6BF-4C40-9648-7ED87B1E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F1069-02B4-46F7-9F1E-97BC4303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313AA-8AFB-4871-B9AD-C29E7D1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CC53D-F399-4091-B832-46DA289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F0C4A-8005-4AC3-92CB-21B2E9E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44A86-9C7A-4665-8F0D-53710EF1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D0840-E751-482E-BCBB-74BBBD1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124C6-C5A3-4A8A-B55B-1CC63D1A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3107F-FBD2-4C2B-8A7C-E46538AE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3C2B6-E685-411D-B89F-4DE0BD25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600F6-0A73-47FC-B909-EA94A320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F1C05-8955-4D20-90CD-2D341B7B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37884-A245-4403-A1FB-BD6DE5A5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387E8-4A77-4312-B987-451C193F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BEFBE-BBE9-431C-91F2-1F36ED67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33693-B9CC-4438-A109-A0CBB8B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29262-439B-49C0-A738-004C28CF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93CFF-E74A-4CE1-B5EF-9ED0244B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2625F3-CA70-44A9-B588-FF7AAAF5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5AF94-07C3-42DE-B02F-1DB1D390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5C181-CF94-45CE-858A-19EFF163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2BA2F-A58B-448D-AD1F-141B370C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5CE05-E69F-4052-BB9E-4490082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9FC18-9360-4FE6-8EB6-B014414D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73DA5-078A-4229-99DD-7E7AA74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591477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FD05CD-7322-4BB5-A302-C02BBFB6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D632A-47FA-462E-8789-AB63BAD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49824-3F25-4B7A-8AEF-E3425891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62557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50CAA-B3EE-49F6-862A-A466714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4555C-B697-4B7C-83FC-D79516C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7644F-FE6C-4EAA-840D-68F1FB5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9196F-A672-4CCA-87D8-2A23D6F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D2E8-6E54-4437-974D-1F0C5AFD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907DD-54C5-4067-8725-70508773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FB17A-51DE-476C-9E2E-799C769E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45377-353A-4BB6-A9B3-1C96926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5F5FC-1780-42F6-BE98-D703F16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6E00F-DA70-416C-85BF-3B41786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43FBE-3C21-44DC-B706-ED9C8CB5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03A38-902A-44DA-ACF8-C1CE2BF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CB4BD-7B78-40BF-9448-D38433B5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7A3F1-A2BD-4918-8E6B-FE6B3578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774B8-5133-4D9D-8BDD-0D7244A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770C2-16B2-46ED-AE2B-A950565C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8595E-2242-4F04-806A-9E2F425D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CA662-C490-4317-B857-4FD62D79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CAF36-E0F6-47FC-AC61-9709364A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B6039-342F-4F47-B6A2-D059972A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49CDF-4FE8-4327-AD18-18041453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DEE27-73BD-4015-86B8-D69D9E8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769C9-E16C-4A93-8A09-4F8EDF9C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C397C-737B-41BA-A034-384F226E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D8C9B-0728-4E8E-AE16-9233F54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779C4-8003-4B2C-97E4-6897A32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5F5E7-C90C-420D-A3BC-BE44D7C5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44421-0DAE-427F-BBFC-D3FF0650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595962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821A5-8BFD-49F1-9BA9-DC9CD85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ED39-6A52-4788-B365-C074D23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021B7-2A8B-4FB0-A649-AF3541F0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597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4FB27-44CC-4F12-8ABF-9654405D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7AF58-9746-4169-9384-EEE86926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D449D-94FE-4D3F-8D03-67B76C8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38E8A-503B-4B1C-86B0-2C7C5C1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401D7-E47C-40BA-8362-724CB0E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590B8-DA11-44A1-9D20-8D69A4D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2A3BA-B574-4120-83DE-8690826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FD32A-C294-4568-BB53-E4160224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62180-2B27-4578-A85F-C0F5506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8195731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F818E-E4FD-4A24-9E16-1BD66B4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1BFDF-81E3-438B-AA3B-70E9ADC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297A0-0D8C-4D68-A593-6B13CF83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E556D-2A84-419F-A17C-D21E06F5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AAF28-A1FD-4AB7-919F-EE7839F4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83C33-04E2-4E69-B628-C049F2E4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B0A9D-94AA-4F28-8EA6-1FE4C1DC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B6CE4-1365-4351-8A89-70D971DF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08715-12AC-4C6E-BEC0-18210FD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B687C-4A15-42F1-91A4-77A7BB86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8C8C9-91CA-430A-8EA9-BAD1DB48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C40FD-0F3C-4742-B1A6-1D4C56E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875135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A9CD1-89EE-4D3E-82D3-78F4B89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EC520-A2F3-4519-AA5A-EA6F25C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B105A-4047-4139-885C-BDDCD2DC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1677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CDF1E-C5A7-4558-903F-B0E5A7E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A545D-0504-4A79-B541-5540FAEF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F9281-DEE8-4515-98F0-3A9E0E61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0DB43-9315-4081-82E3-41C3C5A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03871-2F0A-4201-AF62-064732F4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FA9F-086A-408E-8EF3-11AC08AC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88527-9B08-4838-AF7E-674F92E2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DDFBE-266C-471C-A6B8-C3619610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399AB-A7B9-45F2-9AB1-5443989F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A9B38-FCA9-44B7-BD35-F363830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44771-7711-4C03-B525-D9F318FC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BBA2E-B938-41F2-B163-31C8955B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F9ACB-556D-4111-8DE7-3EB64AB1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FD3FD-B3CC-4F46-A0D9-6341759F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79ABF-5A27-4707-AA6A-BE784DFF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20860436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F1085-066E-462D-A527-D2A3D99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1C59-81F0-46A9-B6D5-E4638D9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014E2-BF27-405A-B623-11B4A04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4717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A485F-C34F-4561-9EF1-E7BBD1C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2EAC5-6302-4CE2-A9EA-E44A790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6102A-A993-489D-8D44-49DEEBDE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BB43F-3955-41FF-A5B9-5A34CDF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FCFF1-5CF1-4D21-A333-B41E99A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357DB-8926-4CC2-8315-D78B219D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372CE-35D6-48E6-8425-C0E44003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2CA69-E37B-43EC-A340-63958A4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51170-AE2A-45B0-80FC-EEFA13E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C8959-891F-439A-A327-4EF7E31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BD3E7-9DC3-4006-9B3C-2FE5077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0B38D-90A3-47E7-A693-DA3448C6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FF8FA-C50E-495F-8A46-9B45F0AD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0A52E-B358-4FC4-ABD2-C86829B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49998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09FA7-9E4A-4D5E-ACF9-0A093A71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AF1B7-D769-40D2-9C71-6FA6056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50EE1-5E63-4F3D-82B8-7A935ED5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2775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B1AD5-F78B-42E0-8FAC-FC786BF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2BAA2-5084-4394-BF89-C830ED9A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0748-88F0-46C1-8786-EC1A3008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046BC-7B21-4A8B-B50F-C4F766AC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6F774-1623-4D1F-9C16-03E49E79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4244A-2458-48CC-AEE6-5194ED55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1641E-331B-4321-B300-650929B8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3E866-3462-42C4-BE6E-F9369270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0C3AF-21F6-4B97-B400-9F6A8CD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42BCA-1D3A-48AF-BAED-0D5AF3B3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9CCFF-6069-411D-94C2-78218BC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49C36-E8BE-4100-80E2-F6CBC0E6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92345-5599-407E-A373-4601C9F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09E86-8587-434C-B06C-628BB91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668FE-CE6F-45DA-AB6C-5A40D73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12746927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80AE5-20C4-4F1A-8E6B-B4906F0A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008FD-EB09-4AEF-B152-D5B98406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A1244-4BCF-4B9C-9243-1FD6A72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079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CC1EE-E847-4AF6-A00B-5EB4A16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F6B22-FC20-4F68-BE10-BB17235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19E3E-A0FE-4102-A4BB-32C520A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63F56-C2D0-4652-BC38-05AC9157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FF961-4D56-4A1F-975D-E0A7D46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36151-4FA7-4793-B20D-7429EBC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BACAF-1F53-4BF2-949F-F4518104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2A8E0-546B-4F3E-90AD-F217076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5931A-6A4E-4122-9C66-CA1C845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A7DE2-B42C-40E3-84F8-7DC90BA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F23CE-82AA-4ABD-9E37-42B585D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08864-0B43-4491-9F89-EBE274E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4BD80-5011-41A3-A488-036CE8BD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E906D-2D19-4703-87BB-02DDFE4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B3B40-B33E-4F0A-B559-7D0E923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3336808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2B181-07DD-4CFD-A557-D4F5321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2325D-37D8-4E4C-A382-AB914D63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EBEF7-118C-415D-84EA-27526B07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9383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DE177-8EC4-432C-B764-0CC1862D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B0075-EDFF-486E-984A-0C1498BC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51ECB-847A-4297-BAF2-4C9D81E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11650-8199-488C-9530-0BE8893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01563-98BB-4752-90A0-044006A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E31E4-C111-4A21-9650-1434292D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488DF-A38A-457A-AC6B-21863FD0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E2BF7-1F82-4F98-A1EF-A2016F6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7393E-5267-4625-A776-9C52CF05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A3A2A-A0B6-4E19-8696-B293390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8A5FC-1AA6-49BB-869C-94D0FA48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3987895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712EC-F913-4E4E-B078-531A91C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B0608-C9A0-4266-AEC3-A81A7A15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A6F06-BF00-46B4-A5CE-47190E8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6876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3B4DE-DA15-4E1F-8986-73BC96A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202E-CB9E-4EF4-BAD7-C5F838D0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599D4-1751-426A-9DAD-0E8B1846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2A0E-6C48-4E70-BB83-1A2C52F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FD062-6897-4982-A6AA-DDEA632E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F157F-D1AA-49BF-A83A-76B9E6AE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139E9-03E3-4F6E-8C85-97EC822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9843-0C57-4CC3-9C02-F2932B2C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1EACB-BB83-41FF-80CD-8FF80C1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F8D9C-EE0C-4845-893D-31234F87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B195E-4DD4-43FB-9364-C3353CD4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053CF-2838-470A-ACEE-F726BDA2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21EED-8BA9-47B7-B460-489A7EDE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2D2C9-CF7D-4A12-9B13-887556B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26D68-540D-4BAA-A6D0-04C5FCA8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7D9F9-AFD2-4BFA-8D75-6D97773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CAE6A-76C3-4741-A268-691BAC03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E32D5-9844-46DD-937D-80C79F0B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432C0-51B7-4B6C-B485-CA1ED498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EB796-3FBF-4F60-A7E2-CAF3ED96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77C59-7544-467F-AB86-4FDB3D0F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CBF9D-C874-485A-AF86-960D6086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D08CF-2FBD-427A-A580-66D98CF0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19458946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14A7F-6E88-4222-BE0A-F4652A6D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576E5-DC1E-4727-B4C8-00851C7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47EB8-4AAE-473A-9683-AAC588E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5991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A3593-65A3-4146-836C-3D5F81DD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8D46A-A086-4584-8A00-C841CD41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2CACA-1CCF-43E9-9A90-75E4FD2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4EE4B-162F-415B-8EA1-0492102E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D87D6-8139-4157-86C6-1405494A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D2C80-7799-402B-9D66-20FF734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E9AD0-943E-41EC-A08C-B364565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BA5A6-C324-4655-9D51-F02A2F8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88C84-4C1F-457A-86C1-263BAE75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F270D-1FC2-4AE7-A00F-A7F8643B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262549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F1641-CCBF-4DF4-B83B-AFBEF0C3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A4020-1E09-4091-B4BA-562A0AB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E79BF-9DE0-43C3-AF50-F4CECB52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9295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11CCF-27AF-40EA-A78C-9AD0E1B5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A136B-A856-48D5-84D1-6BAEEBA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AB571-06C1-4CD8-8C37-1C35A61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D62A-3E96-42F4-A6A1-9AD9BB02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DB300-9B82-4AD0-B11F-1A5D5D1F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7FA2D-3EA4-4767-9DD1-EAB14E5F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A5CCB-7724-42B2-89C8-52F883B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7B311-BD96-4454-B8E9-5FE573D4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9EA85-CE62-45F0-B6C8-25983B9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F960B-900C-40E7-8ABF-32F2196E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A425B-0A40-47D2-9077-7A6A962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D8AB1-655A-4D62-87C6-FEF2BBE1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D5F5E-A936-48A5-A760-4F02B991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DB89C-BF50-42C9-BA1D-FED47DE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18574-E327-4F05-AE42-543A272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CD386-986A-4993-8EB7-D87034B2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19111862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D5069-1363-44D0-8191-96EF56EB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10A97-5CD1-466D-B10E-50032D72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241D7-0B72-4DF6-BDA6-68F35172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25996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5E19F-5654-428F-B3C0-44CDDF0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7ADD9-FD59-48A2-8FB9-9F321C81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318AB-159C-4826-95AB-56780930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475BC-55B8-4BCF-B5A1-C5305673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F2FBD-E147-43A5-9218-E73452C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71015-67ED-4F63-A383-FFA41AB4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D4451-C62A-4DC4-90B6-EA09F8FA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79488-8808-4E67-B493-66629185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B6E30-B847-491B-AFE5-AB4B8C8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C33F0-BC78-418A-9CB6-3A59E8C0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EA7B9-4C07-4FEC-93D1-CE5502B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3789C-5B7C-4DCD-923A-6AD1179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FDED8-E20E-4919-B980-5CCA7089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5974163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3493D-2DAA-4D35-A5CD-0A951B7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AD933-BD26-4391-8BB2-3B936A5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FFB68-EC93-4CB1-8F03-95B191EE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903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C295D-C6D2-4590-BC58-5C2DE7D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320EE-CCC6-4716-ACF4-9A4210A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d47f555b44e5c"/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1B4F-171B-4997-B078-44D5C079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384B-0748-4986-A85B-1F31941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23CC2-8301-489F-BEC5-61A34CA6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AF932-0720-492E-AB32-022D46B1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B9AFA-EE8F-4D21-8214-BCD4F23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0E8E3-D1F5-4E51-817E-3DC5158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9144D-61C7-4E98-8B16-52F5ED61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489CE-0B4C-4200-947C-F9E11A94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A0A0B-8E55-43B8-AE4A-296BA514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F722A-6CE0-49B2-9F11-87D7F07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A2647-DB28-4B34-AD20-D936C144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6BEF0-835A-41E2-8C76-BC5A01A6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06DB0-08EE-41DF-A915-9AAC49A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42FF3-8218-46EB-B7F5-D4EFE96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10395921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8A91E-7CDC-4EAE-8548-8EA70D5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9E84C-643C-41CC-B01A-AAB91A42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5BD7B-8665-4418-8BB7-72547AF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92075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DFBEC-87B3-4D5C-B370-E0B006A0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7CE3-96C9-49F4-8967-AFD7CC6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5d9ba740c4da8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F768B-3D34-46E1-8457-5BEA81BB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DF24-8168-4A28-8136-29B3E936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3A4A6-9BA2-440F-A743-D7700A06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E31DF-6C3A-454E-B4CC-285B8F9A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CB490-C526-41FE-9907-93D50D27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BF715-C9F5-41E5-8A85-04CC470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AD174-0282-4DFE-9416-1B38CCC7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FDABB-7176-4FC1-840B-63CFC66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141AF-7658-49B7-8887-60BEDA2A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0D2A4-2C0F-4EB0-A445-49CBFF5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23555-AD7C-4AB3-9FE9-AE4AD818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8778696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A340D-ED42-4D41-9B1E-B9DC8558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B710E-93AD-4EA2-A4FE-B2CBF22A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4CC83-7129-47A5-BA37-49E4A9C2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25115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8D253-B525-42EF-B385-91CC9F5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4FBB1-406D-466D-BE17-7C02FF75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AA484-FEA6-429C-A939-40831778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1B712-DCEB-4E77-837D-AAC1288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66F8C-D8EF-4E3B-8529-66331AE6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FEA66-2D9F-469A-BBDF-E43F97AA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0A1D8-8313-4E41-9BB3-B1FF685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ADD9-1DDD-4BFD-9A6A-3BF9307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CB7C6-3D0C-416C-86EE-BC7B32A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B5699-DDB3-41BF-8918-00DC344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AFFDD-FE12-4501-81A0-855B1108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C7B4E-3C54-4787-AA8E-2C21C0D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8771731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6CF46-6287-4FD2-A93F-BF8B3467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49C08-35B4-42B3-BDF6-71E3C65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78BCC-46A0-41AD-B809-36C8DCD3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815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80579-1BC5-4017-A56D-12ED74F0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D5648-B28A-44E1-A1CB-760FA81B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Claude запускає сервер, у хмарі приходить за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FE65B-D6CC-42EE-A70F-28B3A1A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DC053-E558-4E52-9956-D1AA5E23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F1462-F85F-4089-9DF2-7C06B894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981-951F-478F-A0F1-A79E7A11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стандартний вхід і вихід програми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запускає Python-сервер на цьому ж комп’ютері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F554A-B0A4-4F52-8079-0D25B6AA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CF460-1DF3-4A52-A19F-8A7C641D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5F972-9BDE-4998-AEDE-4ED810FA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748C7-3359-4A78-827B-0AB3F0C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сервер уже працює в Railway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підключається за адресою https://…/mcp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F612B-5F35-452E-A667-D8549D3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Код інструментів той самий. Змінюється спосіб підключення</a:t>
            </a:r>
          </a:p>
        </p:txBody>
      </p:sp>
    </p:spTree>
    <p:extLst>
      <p:ext uri="{BB962C8B-B14F-4D97-AF65-F5344CB8AC3E}">
        <p14:creationId xmlns:p14="http://schemas.microsoft.com/office/powerpoint/2010/main" val="21393697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F5B9E-0F46-4728-8F20-B8CA2B07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6C0AF-8CF4-4C8E-AA86-F22C10ED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EE8AE-94B9-4474-BE89-61D0D88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9119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F5AFE-0DAA-4208-803F-EC00C0C1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D941C-8B1C-4114-903B-51A5281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AE6C9-FF45-4446-B82D-3117466B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fc56f615c4203"/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78BE5-5C37-4CAA-98CB-690AA656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B9953-B030-43F5-AB17-936A7358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390E2-81AB-41D2-AE64-EA89F93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171b6ad8455e"/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2B783-4F13-427D-B74F-C9D7458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559E5-347D-46DA-924C-DF78E2BE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81EAF-ADDE-419F-9C74-E3FDF595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5885bfea14bc6"/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44AFB-38A7-4F51-A757-10448B7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040BA-AB28-48FF-9396-4865CA0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C3972-288B-45F0-A16F-BCB6D047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0025ff1cf451d"/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03F32-EFE7-4702-A3C4-0AB613F3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8A957-B064-4B88-A2BD-B2BE8EFB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2C431-514A-42AB-B8FD-8DDB6E29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5b2e2ec96417d"/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5029A-BACC-466A-8944-5F7C3F9A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597946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41DEF-88A7-4BD4-9A18-AA2D9EBD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63878-E617-4457-861F-6A77963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1F82F-2275-4187-85B9-009C5FB4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4235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CA81D-5BDF-4CFA-AA36-C129459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B9B29-D4D9-4E78-BC2F-2196B11A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5CC9A-9E6A-4289-8235-CFC509B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FFED7-F88C-4CFB-9E85-2C5B755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C36EB-C225-47D1-93A2-7FD9CA8E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76750-E323-425C-A530-843FB2B9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249C5-A7BF-4184-92B6-EE27FFDB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AC0DD-63BC-48B7-A27A-E5F8309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891CD-6708-45F5-8E32-3DD607DA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F11B4-E9EB-48A2-8A85-B557E158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A53FF-D0B4-4577-A92A-1B564EE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34E6D-48FE-46AA-A3F9-D1F52996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1C490-F329-4820-9D12-6B12CCD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719E8-E03F-4355-9DB9-DED8174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5C419-0461-40A2-84D1-C83A1B0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1E6C2-2BF8-4CAF-B7D2-26B3E6B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34DFC-CDA7-4927-9B8E-5101F4D0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49116-5817-46A5-9497-FB18D327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B0C29-7272-4D86-B922-CF39637A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5B25C-1E98-423E-8C72-34702A2E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06590-386B-4DCB-A530-FED7876D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2E11D-CC73-43AD-9174-4FBE8301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04931-CE5B-4FB6-B8E4-D1B6FB1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0320C-8071-4A18-B5CA-252E8680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DB748-6EC5-4D7A-B60D-6C763FB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77F8F-6252-4D11-9764-3D6F691A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2292E-84C8-412A-B328-A547808A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23048-F63C-463E-A4F0-AF768C7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D19FB3-9043-4E68-B683-53DBA298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681494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BB08B-B816-4C3F-9781-702DFED0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F48CE-BA81-40EA-8ADB-2B42B867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2CFAA-8B31-4BE7-913B-2A07435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6021F-2F31-4C3D-AB6F-7469748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9409a54d6437e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F6DB7-DF30-4C90-BDA4-2008FE8C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 роботою з реальними даними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AF6B-34CD-4682-A53A-12D0DDC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EF404-3D83-45CB-AABF-36403D7A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D3810-ED33-4290-9E08-FE4A3FD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ролей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F27C4-7C92-4AC4-9C23-8FCC2F88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окрема read-only роль і мінімально потрібний доступ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47A49-0366-42A6-8DC8-B2AEFBD3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71CC8-C791-402F-8518-793DF557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5BCF5-9EFB-4950-A3CC-F0997FD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Автентифікація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F3E26-DD73-4ACE-AA8F-3C181A05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перевіряє, хто може викликати інструменти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505A8-CE84-4829-86FE-4990970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994E9-1CAD-4F68-885F-7FDF656F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3EE27-ED74-4EB2-899E-1D7E2DAC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Документація метрик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7DA3F-EB2E-460A-8E60-8DF0364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визначення, формула, фільтри, джерело та відповідальний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158E4-EB50-42B0-80AF-9F937F7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Без опису метрик агент може правильно порахувати не ту цифру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B0643-029A-4D89-8078-8E3FA42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900212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2026-09-17T11:56:03.7850000Z</dcterms:created>
  <dcterms:modified xsi:type="dcterms:W3CDTF">2026-09-17T11:56:03.7850000Z</dcterms:modified>
</coreProperties>
</file>