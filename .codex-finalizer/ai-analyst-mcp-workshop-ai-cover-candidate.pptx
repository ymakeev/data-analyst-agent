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28b6ec8cf4300" /><Relationship Type="http://schemas.openxmlformats.org/officeDocument/2006/relationships/extended-properties" Target="/docProps/app.xml" Id="R6e3618215cc245a8" /><Relationship Type="http://schemas.openxmlformats.org/officeDocument/2006/relationships/officeDocument" Target="/ppt/presentation.xml" Id="R2f8ba2380e8349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33c302b1814876"/>
  </p:sldMasterIdLst>
  <p:notesMasterIdLst>
    <p:notesMasterId xmlns:r="http://schemas.openxmlformats.org/officeDocument/2006/relationships" r:id="R38516a0e92244983"/>
  </p:notesMasterIdLst>
  <p:sldIdLst>
    <p:sldId xmlns:r="http://schemas.openxmlformats.org/officeDocument/2006/relationships" id="256" r:id="Rbf8d8b80fa0549f1"/>
    <p:sldId xmlns:r="http://schemas.openxmlformats.org/officeDocument/2006/relationships" id="257" r:id="Rd3a760d45870495e"/>
    <p:sldId xmlns:r="http://schemas.openxmlformats.org/officeDocument/2006/relationships" id="258" r:id="Rf512f0d9ab114f32"/>
    <p:sldId xmlns:r="http://schemas.openxmlformats.org/officeDocument/2006/relationships" id="259" r:id="Re9ebe8fd36df4655"/>
    <p:sldId xmlns:r="http://schemas.openxmlformats.org/officeDocument/2006/relationships" id="260" r:id="Rd6d7fe0c60024623"/>
    <p:sldId xmlns:r="http://schemas.openxmlformats.org/officeDocument/2006/relationships" id="261" r:id="Rb62312a9f5b8491c"/>
    <p:sldId xmlns:r="http://schemas.openxmlformats.org/officeDocument/2006/relationships" id="262" r:id="R712a93f4bece44db"/>
    <p:sldId xmlns:r="http://schemas.openxmlformats.org/officeDocument/2006/relationships" id="263" r:id="Ra20ed51b60fe4de0"/>
    <p:sldId xmlns:r="http://schemas.openxmlformats.org/officeDocument/2006/relationships" id="264" r:id="R3abf3fb88aa54cf8"/>
    <p:sldId xmlns:r="http://schemas.openxmlformats.org/officeDocument/2006/relationships" id="265" r:id="R24ea6a53a1504195"/>
    <p:sldId xmlns:r="http://schemas.openxmlformats.org/officeDocument/2006/relationships" id="266" r:id="Rc72a451f679b4ded"/>
    <p:sldId xmlns:r="http://schemas.openxmlformats.org/officeDocument/2006/relationships" id="267" r:id="R3b1e60f8c8a24968"/>
    <p:sldId xmlns:r="http://schemas.openxmlformats.org/officeDocument/2006/relationships" id="268" r:id="R57172c8c65bf4edf"/>
    <p:sldId xmlns:r="http://schemas.openxmlformats.org/officeDocument/2006/relationships" id="269" r:id="R52b5bf933bf84694"/>
    <p:sldId xmlns:r="http://schemas.openxmlformats.org/officeDocument/2006/relationships" id="270" r:id="R37638a22573f4fa2"/>
    <p:sldId xmlns:r="http://schemas.openxmlformats.org/officeDocument/2006/relationships" id="271" r:id="R6581656c7428461f"/>
    <p:sldId xmlns:r="http://schemas.openxmlformats.org/officeDocument/2006/relationships" id="272" r:id="Red55367e0a434244"/>
    <p:sldId xmlns:r="http://schemas.openxmlformats.org/officeDocument/2006/relationships" id="273" r:id="Rbe3b2f1a27924449"/>
    <p:sldId xmlns:r="http://schemas.openxmlformats.org/officeDocument/2006/relationships" id="274" r:id="R387be33bf8394435"/>
    <p:sldId xmlns:r="http://schemas.openxmlformats.org/officeDocument/2006/relationships" id="275" r:id="R7d453269f6ef40c7"/>
    <p:sldId xmlns:r="http://schemas.openxmlformats.org/officeDocument/2006/relationships" id="276" r:id="R4f85721e624b42e9"/>
    <p:sldId xmlns:r="http://schemas.openxmlformats.org/officeDocument/2006/relationships" id="277" r:id="R48948cf72c5d48e3"/>
    <p:sldId xmlns:r="http://schemas.openxmlformats.org/officeDocument/2006/relationships" id="278" r:id="R0daccf725b294eff"/>
    <p:sldId xmlns:r="http://schemas.openxmlformats.org/officeDocument/2006/relationships" id="279" r:id="R25d5a4c4de1944f7"/>
    <p:sldId xmlns:r="http://schemas.openxmlformats.org/officeDocument/2006/relationships" id="280" r:id="Rcb5d82f885f545d2"/>
    <p:sldId xmlns:r="http://schemas.openxmlformats.org/officeDocument/2006/relationships" id="281" r:id="R5947dfd61d504e70"/>
    <p:sldId xmlns:r="http://schemas.openxmlformats.org/officeDocument/2006/relationships" id="282" r:id="R34fe7ae1612841f6"/>
    <p:sldId xmlns:r="http://schemas.openxmlformats.org/officeDocument/2006/relationships" id="283" r:id="Rdeb10582ea554e7c"/>
    <p:sldId xmlns:r="http://schemas.openxmlformats.org/officeDocument/2006/relationships" id="284" r:id="Rab0ac14fe7ab488d"/>
    <p:sldId xmlns:r="http://schemas.openxmlformats.org/officeDocument/2006/relationships" id="285" r:id="R66466e4fcf094b38"/>
    <p:sldId xmlns:r="http://schemas.openxmlformats.org/officeDocument/2006/relationships" id="286" r:id="R327f2db7b39e4b5d"/>
    <p:sldId xmlns:r="http://schemas.openxmlformats.org/officeDocument/2006/relationships" id="287" r:id="R29bb4fc5b0404c4d"/>
    <p:sldId xmlns:r="http://schemas.openxmlformats.org/officeDocument/2006/relationships" id="288" r:id="Re66f783c44d84e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d9b23ccc2b4682" /><Relationship Type="http://schemas.openxmlformats.org/officeDocument/2006/relationships/slideMaster" Target="/ppt/slideMasters/slideMaster1.xml" Id="Re333c302b1814876" /><Relationship Type="http://schemas.openxmlformats.org/officeDocument/2006/relationships/notesMaster" Target="/ppt/notesMasters/notesMaster1.xml" Id="R38516a0e92244983" /><Relationship Type="http://schemas.openxmlformats.org/officeDocument/2006/relationships/presProps" Target="/ppt/presProps.xml" Id="R15e1c1164b084f65" /><Relationship Type="http://schemas.openxmlformats.org/officeDocument/2006/relationships/tableStyles" Target="/ppt/tableStyles.xml" Id="R92f7d402d3a94b51" /><Relationship Type="http://schemas.openxmlformats.org/officeDocument/2006/relationships/slide" Target="/ppt/slides/slide1.xml" Id="Rbf8d8b80fa0549f1" /><Relationship Type="http://schemas.openxmlformats.org/officeDocument/2006/relationships/slide" Target="/ppt/slides/slide2.xml" Id="Rd3a760d45870495e" /><Relationship Type="http://schemas.openxmlformats.org/officeDocument/2006/relationships/slide" Target="/ppt/slides/slide3.xml" Id="Rf512f0d9ab114f32" /><Relationship Type="http://schemas.openxmlformats.org/officeDocument/2006/relationships/slide" Target="/ppt/slides/slide4.xml" Id="Re9ebe8fd36df4655" /><Relationship Type="http://schemas.openxmlformats.org/officeDocument/2006/relationships/slide" Target="/ppt/slides/slide5.xml" Id="Rd6d7fe0c60024623" /><Relationship Type="http://schemas.openxmlformats.org/officeDocument/2006/relationships/slide" Target="/ppt/slides/slide6.xml" Id="Rb62312a9f5b8491c" /><Relationship Type="http://schemas.openxmlformats.org/officeDocument/2006/relationships/slide" Target="/ppt/slides/slide7.xml" Id="R712a93f4bece44db" /><Relationship Type="http://schemas.openxmlformats.org/officeDocument/2006/relationships/slide" Target="/ppt/slides/slide8.xml" Id="Ra20ed51b60fe4de0" /><Relationship Type="http://schemas.openxmlformats.org/officeDocument/2006/relationships/slide" Target="/ppt/slides/slide9.xml" Id="R3abf3fb88aa54cf8" /><Relationship Type="http://schemas.openxmlformats.org/officeDocument/2006/relationships/slide" Target="/ppt/slides/slide10.xml" Id="R24ea6a53a1504195" /><Relationship Type="http://schemas.openxmlformats.org/officeDocument/2006/relationships/slide" Target="/ppt/slides/slide11.xml" Id="Rc72a451f679b4ded" /><Relationship Type="http://schemas.openxmlformats.org/officeDocument/2006/relationships/slide" Target="/ppt/slides/slide12.xml" Id="R3b1e60f8c8a24968" /><Relationship Type="http://schemas.openxmlformats.org/officeDocument/2006/relationships/slide" Target="/ppt/slides/slide13.xml" Id="R57172c8c65bf4edf" /><Relationship Type="http://schemas.openxmlformats.org/officeDocument/2006/relationships/slide" Target="/ppt/slides/slide14.xml" Id="R52b5bf933bf84694" /><Relationship Type="http://schemas.openxmlformats.org/officeDocument/2006/relationships/slide" Target="/ppt/slides/slide15.xml" Id="R37638a22573f4fa2" /><Relationship Type="http://schemas.openxmlformats.org/officeDocument/2006/relationships/slide" Target="/ppt/slides/slide16.xml" Id="R6581656c7428461f" /><Relationship Type="http://schemas.openxmlformats.org/officeDocument/2006/relationships/slide" Target="/ppt/slides/slide17.xml" Id="Red55367e0a434244" /><Relationship Type="http://schemas.openxmlformats.org/officeDocument/2006/relationships/slide" Target="/ppt/slides/slide18.xml" Id="Rbe3b2f1a27924449" /><Relationship Type="http://schemas.openxmlformats.org/officeDocument/2006/relationships/slide" Target="/ppt/slides/slide19.xml" Id="R387be33bf8394435" /><Relationship Type="http://schemas.openxmlformats.org/officeDocument/2006/relationships/slide" Target="/ppt/slides/slide20.xml" Id="R7d453269f6ef40c7" /><Relationship Type="http://schemas.openxmlformats.org/officeDocument/2006/relationships/slide" Target="/ppt/slides/slide21.xml" Id="R4f85721e624b42e9" /><Relationship Type="http://schemas.openxmlformats.org/officeDocument/2006/relationships/slide" Target="/ppt/slides/slide22.xml" Id="R48948cf72c5d48e3" /><Relationship Type="http://schemas.openxmlformats.org/officeDocument/2006/relationships/slide" Target="/ppt/slides/slide23.xml" Id="R0daccf725b294eff" /><Relationship Type="http://schemas.openxmlformats.org/officeDocument/2006/relationships/slide" Target="/ppt/slides/slide24.xml" Id="R25d5a4c4de1944f7" /><Relationship Type="http://schemas.openxmlformats.org/officeDocument/2006/relationships/slide" Target="/ppt/slides/slide25.xml" Id="Rcb5d82f885f545d2" /><Relationship Type="http://schemas.openxmlformats.org/officeDocument/2006/relationships/slide" Target="/ppt/slides/slide26.xml" Id="R5947dfd61d504e70" /><Relationship Type="http://schemas.openxmlformats.org/officeDocument/2006/relationships/slide" Target="/ppt/slides/slide27.xml" Id="R34fe7ae1612841f6" /><Relationship Type="http://schemas.openxmlformats.org/officeDocument/2006/relationships/slide" Target="/ppt/slides/slide28.xml" Id="Rdeb10582ea554e7c" /><Relationship Type="http://schemas.openxmlformats.org/officeDocument/2006/relationships/slide" Target="/ppt/slides/slide29.xml" Id="Rab0ac14fe7ab488d" /><Relationship Type="http://schemas.openxmlformats.org/officeDocument/2006/relationships/slide" Target="/ppt/slides/slide30.xml" Id="R66466e4fcf094b38" /><Relationship Type="http://schemas.openxmlformats.org/officeDocument/2006/relationships/slide" Target="/ppt/slides/slide31.xml" Id="R327f2db7b39e4b5d" /><Relationship Type="http://schemas.openxmlformats.org/officeDocument/2006/relationships/slide" Target="/ppt/slides/slide32.xml" Id="R29bb4fc5b0404c4d" /><Relationship Type="http://schemas.openxmlformats.org/officeDocument/2006/relationships/slide" Target="/ppt/slides/slide33.xml" Id="Re66f783c44d84e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64e52ef554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6bcb28038f4610" /><Relationship Type="http://schemas.openxmlformats.org/officeDocument/2006/relationships/notesMaster" Target="/ppt/notesMasters/notesMaster1.xml" Id="R857a2a14f4e545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625041a8748e1" /><Relationship Type="http://schemas.openxmlformats.org/officeDocument/2006/relationships/notesMaster" Target="/ppt/notesMasters/notesMaster1.xml" Id="R71bb28a70d9d45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96a54ee85d4926" /><Relationship Type="http://schemas.openxmlformats.org/officeDocument/2006/relationships/notesMaster" Target="/ppt/notesMasters/notesMaster1.xml" Id="Re528829535b84b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00f17c94d240ad" /><Relationship Type="http://schemas.openxmlformats.org/officeDocument/2006/relationships/notesMaster" Target="/ppt/notesMasters/notesMaster1.xml" Id="R8cd69c400272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65ba25fa404a05" /><Relationship Type="http://schemas.openxmlformats.org/officeDocument/2006/relationships/notesMaster" Target="/ppt/notesMasters/notesMaster1.xml" Id="R15df0967864e46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00f7b48b964d9e" /><Relationship Type="http://schemas.openxmlformats.org/officeDocument/2006/relationships/notesMaster" Target="/ppt/notesMasters/notesMaster1.xml" Id="R4824c6623e3649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3fa53c2a9644a4" /><Relationship Type="http://schemas.openxmlformats.org/officeDocument/2006/relationships/notesMaster" Target="/ppt/notesMasters/notesMaster1.xml" Id="Rd1ecbd434fa24d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eeeed6a7214db1" /><Relationship Type="http://schemas.openxmlformats.org/officeDocument/2006/relationships/notesMaster" Target="/ppt/notesMasters/notesMaster1.xml" Id="R697f79d1cd654c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b1f08eba9544bd" /><Relationship Type="http://schemas.openxmlformats.org/officeDocument/2006/relationships/notesMaster" Target="/ppt/notesMasters/notesMaster1.xml" Id="R0cf801fab8ce47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2268716f254e3b" /><Relationship Type="http://schemas.openxmlformats.org/officeDocument/2006/relationships/notesMaster" Target="/ppt/notesMasters/notesMaster1.xml" Id="R21a528edf99c42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148272ebff4d94" /><Relationship Type="http://schemas.openxmlformats.org/officeDocument/2006/relationships/notesMaster" Target="/ppt/notesMasters/notesMaster1.xml" Id="Racf46752c2d64c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b7aefc896c4c75" /><Relationship Type="http://schemas.openxmlformats.org/officeDocument/2006/relationships/notesMaster" Target="/ppt/notesMasters/notesMaster1.xml" Id="R9c1098da3b954e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f97e9297574bbc" /><Relationship Type="http://schemas.openxmlformats.org/officeDocument/2006/relationships/notesMaster" Target="/ppt/notesMasters/notesMaster1.xml" Id="Rd7b5e74674fc49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b42d01a88c49c7" /><Relationship Type="http://schemas.openxmlformats.org/officeDocument/2006/relationships/notesMaster" Target="/ppt/notesMasters/notesMaster1.xml" Id="R7c8422ff71f641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13853696194065" /><Relationship Type="http://schemas.openxmlformats.org/officeDocument/2006/relationships/notesMaster" Target="/ppt/notesMasters/notesMaster1.xml" Id="Rf9c17a4c660148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6e920ec9ea4dfd" /><Relationship Type="http://schemas.openxmlformats.org/officeDocument/2006/relationships/notesMaster" Target="/ppt/notesMasters/notesMaster1.xml" Id="R7618e0626a294e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f05af364864627" /><Relationship Type="http://schemas.openxmlformats.org/officeDocument/2006/relationships/notesMaster" Target="/ppt/notesMasters/notesMaster1.xml" Id="Redddd2e1e7794a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2a0bcce149496a" /><Relationship Type="http://schemas.openxmlformats.org/officeDocument/2006/relationships/notesMaster" Target="/ppt/notesMasters/notesMaster1.xml" Id="R7cdd128dd37143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6752f71a1f4dd8" /><Relationship Type="http://schemas.openxmlformats.org/officeDocument/2006/relationships/notesMaster" Target="/ppt/notesMasters/notesMaster1.xml" Id="R5f2bb7740a5245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e6dcd5882c41e1" /><Relationship Type="http://schemas.openxmlformats.org/officeDocument/2006/relationships/notesMaster" Target="/ppt/notesMasters/notesMaster1.xml" Id="R5686bf13559045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72b65b8cac4472" /><Relationship Type="http://schemas.openxmlformats.org/officeDocument/2006/relationships/notesMaster" Target="/ppt/notesMasters/notesMaster1.xml" Id="Ra2c569b6cf974a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c44f6d294f4fe8" /><Relationship Type="http://schemas.openxmlformats.org/officeDocument/2006/relationships/notesMaster" Target="/ppt/notesMasters/notesMaster1.xml" Id="R3f93add7e79741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baa68cd77034180" /><Relationship Type="http://schemas.openxmlformats.org/officeDocument/2006/relationships/notesMaster" Target="/ppt/notesMasters/notesMaster1.xml" Id="R3bbe124a89b24a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53b8a0c6eb4062" /><Relationship Type="http://schemas.openxmlformats.org/officeDocument/2006/relationships/notesMaster" Target="/ppt/notesMasters/notesMaster1.xml" Id="R8d92b6bfea194a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0ff5962f4a4251" /><Relationship Type="http://schemas.openxmlformats.org/officeDocument/2006/relationships/notesMaster" Target="/ppt/notesMasters/notesMaster1.xml" Id="R9842bd738e564fc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2ca6014ede4746" /><Relationship Type="http://schemas.openxmlformats.org/officeDocument/2006/relationships/notesMaster" Target="/ppt/notesMasters/notesMaster1.xml" Id="Rdf350b1d08694f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989142c08274e4b" /><Relationship Type="http://schemas.openxmlformats.org/officeDocument/2006/relationships/notesMaster" Target="/ppt/notesMasters/notesMaster1.xml" Id="R866f2cfd1d8b41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e7ced6b90a143f6" /><Relationship Type="http://schemas.openxmlformats.org/officeDocument/2006/relationships/notesMaster" Target="/ppt/notesMasters/notesMaster1.xml" Id="Rdc0cd587203c415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066dc5f57b049d5" /><Relationship Type="http://schemas.openxmlformats.org/officeDocument/2006/relationships/notesMaster" Target="/ppt/notesMasters/notesMaster1.xml" Id="Rf7e80aa61dc949c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676fe920664c96" /><Relationship Type="http://schemas.openxmlformats.org/officeDocument/2006/relationships/notesMaster" Target="/ppt/notesMasters/notesMaster1.xml" Id="R7776986511e54a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17ce1d56954760" /><Relationship Type="http://schemas.openxmlformats.org/officeDocument/2006/relationships/notesMaster" Target="/ppt/notesMasters/notesMaster1.xml" Id="Rc86803785b0b4d2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fddb25db7224f11" /><Relationship Type="http://schemas.openxmlformats.org/officeDocument/2006/relationships/notesMaster" Target="/ppt/notesMasters/notesMaster1.xml" Id="Rac664ac6a1d94d3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5141e90cfd649df" /><Relationship Type="http://schemas.openxmlformats.org/officeDocument/2006/relationships/notesMaster" Target="/ppt/notesMasters/notesMaster1.xml" Id="Rda7efc5d279049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09:00–09:45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MCP як домовленість про формат повідомлень. Клієнт спершу запитує список інструментів, потім викликає потрібний і отримує структурований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не виконує аналіз самостійно: рішення приймає Claude, а Python-функцію виконує наш сервер.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09:45–10:45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задає зрозумілий спосіб з’єднання різних пристроїв. MCP так само дає клієнту стандартний спосіб побачити та викликати інструменти сервера.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10:45–11:45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як модель обирає крок. Агентний цикл виконує послідовність кроків. Python-функції роблять конкретну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list_tables, describe_table,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11:45–13:00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13:00–14:15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Коли користувач питає «Що є в цій базі?», агент викликає list_tables. Для конкретного питання він читає структуру потрібних таблиць через describe_table. Лише після цього складає SELECT.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Саме описи таблиць, колонок і зв’язків дають моделі контекст про дані.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14:15–15:30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означає standard input / standard output, тобто стандартний вхід і вихід програми. Claude Desktop запускає Python-процес на цьому ж комп’ютері та обмінюється з ним повідомленнями напряму. Вебадреса й відкритий порт не потрібні.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хмарі сервер працює постійно. Клієнт звертається до нього через HTTP за адресою /mcp. MCP_TRANSPORT перемикає лише спосіб підключення.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реальних даних почніть із трьох речей.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Перша: окрема роль бази з мінімальними правами. Друга: автентифікація на публічному MCP, щоб сервер розумів, хто підключився. Третя: словник метрик із визначенням, формулою, фільтрами, джерелом даних і відповідальним.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Документація метрик потрібна і людям, і агенту. Без неї технічно правильний SQL може відповідати на інше бізнес-питання.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Деталі: docs/NEXT-STEPS.md, docs/DEPLOY.md, deploy/AUTH.md.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3fae6723a43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83446605f4392" /><Relationship Type="http://schemas.openxmlformats.org/officeDocument/2006/relationships/slideLayout" Target="/ppt/slideLayouts/slideLayout1.xml" Id="Rebd3d0d3a90c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3d0d3a90c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2a6b9a5f74800" /><Relationship Type="http://schemas.openxmlformats.org/officeDocument/2006/relationships/image" Target="/ppt/media/image.png" Id="Rd1895f6078514518" /><Relationship Type="http://schemas.openxmlformats.org/officeDocument/2006/relationships/image" Target="/ppt/media/image2.png" Id="R2b71aa772d9d4ebf" /><Relationship Type="http://schemas.openxmlformats.org/officeDocument/2006/relationships/notesSlide" Target="/ppt/notesSlides/notesSlide1.xml" Id="Rf8cde15a718a42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417e769774377" /><Relationship Type="http://schemas.openxmlformats.org/officeDocument/2006/relationships/notesSlide" Target="/ppt/notesSlides/notesSlide2.xml" Id="R2672ed9d2901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fe2cbeb7940b0" /><Relationship Type="http://schemas.openxmlformats.org/officeDocument/2006/relationships/notesSlide" Target="/ppt/notesSlides/notesSlide3.xml" Id="R4310fbe007a845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4774e9c634184" /><Relationship Type="http://schemas.openxmlformats.org/officeDocument/2006/relationships/notesSlide" Target="/ppt/notesSlides/notesSlide4.xml" Id="R5466172f1ebc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a5df73317409f" /><Relationship Type="http://schemas.openxmlformats.org/officeDocument/2006/relationships/notesSlide" Target="/ppt/notesSlides/notesSlide5.xml" Id="Rccf87ad15fe845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a8f127e094c47" /><Relationship Type="http://schemas.openxmlformats.org/officeDocument/2006/relationships/image" Target="/ppt/media/image3.png" Id="R8cb4a28ef9994475" /><Relationship Type="http://schemas.openxmlformats.org/officeDocument/2006/relationships/image" Target="/ppt/media/image4.png" Id="Rdc009237ca554cb0" /><Relationship Type="http://schemas.openxmlformats.org/officeDocument/2006/relationships/notesSlide" Target="/ppt/notesSlides/notesSlide6.xml" Id="Rdab7e7d3d08945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909adcd2c4748" /><Relationship Type="http://schemas.openxmlformats.org/officeDocument/2006/relationships/image" Target="/ppt/media/image5.png" Id="R72b1e6ae797f4ab3" /><Relationship Type="http://schemas.openxmlformats.org/officeDocument/2006/relationships/notesSlide" Target="/ppt/notesSlides/notesSlide7.xml" Id="R46e9c0ece5c248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329814fbf43c9" /><Relationship Type="http://schemas.openxmlformats.org/officeDocument/2006/relationships/image" Target="/ppt/media/image6.png" Id="R83bc2533c0d54d28" /><Relationship Type="http://schemas.openxmlformats.org/officeDocument/2006/relationships/image" Target="/ppt/media/image7.png" Id="Ra0f4a40ec11f4855" /><Relationship Type="http://schemas.openxmlformats.org/officeDocument/2006/relationships/notesSlide" Target="/ppt/notesSlides/notesSlide8.xml" Id="Rca57f3b9a7fe4b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6e28fa26c44ad" /><Relationship Type="http://schemas.openxmlformats.org/officeDocument/2006/relationships/image" Target="/ppt/media/image8.png" Id="Rb49f3198db2b4954" /><Relationship Type="http://schemas.openxmlformats.org/officeDocument/2006/relationships/notesSlide" Target="/ppt/notesSlides/notesSlide9.xml" Id="Re921f4aefc4149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9e565460f41c4" /><Relationship Type="http://schemas.openxmlformats.org/officeDocument/2006/relationships/image" Target="/ppt/media/image9.png" Id="R2596051ef4544f67" /><Relationship Type="http://schemas.openxmlformats.org/officeDocument/2006/relationships/notesSlide" Target="/ppt/notesSlides/notesSlide10.xml" Id="R0977f4d598cc4f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ea5e9f4364d26" /><Relationship Type="http://schemas.openxmlformats.org/officeDocument/2006/relationships/notesSlide" Target="/ppt/notesSlides/notesSlide11.xml" Id="R1aea5f2e1e6648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0e322fb9140eb" /><Relationship Type="http://schemas.openxmlformats.org/officeDocument/2006/relationships/notesSlide" Target="/ppt/notesSlides/notesSlide12.xml" Id="R8ed0916643414d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ee5bb09754160" /><Relationship Type="http://schemas.openxmlformats.org/officeDocument/2006/relationships/notesSlide" Target="/ppt/notesSlides/notesSlide13.xml" Id="Rd94bcee2586845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19c340f2742d1" /><Relationship Type="http://schemas.openxmlformats.org/officeDocument/2006/relationships/notesSlide" Target="/ppt/notesSlides/notesSlide14.xml" Id="R1748bcb802d84d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936926e9043bc" /><Relationship Type="http://schemas.openxmlformats.org/officeDocument/2006/relationships/notesSlide" Target="/ppt/notesSlides/notesSlide15.xml" Id="Re54f5e32ed9c4e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fd9f30f3a4e59" /><Relationship Type="http://schemas.openxmlformats.org/officeDocument/2006/relationships/notesSlide" Target="/ppt/notesSlides/notesSlide16.xml" Id="Rec8f25dcc83a40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c8cd62f194d34" /><Relationship Type="http://schemas.openxmlformats.org/officeDocument/2006/relationships/notesSlide" Target="/ppt/notesSlides/notesSlide17.xml" Id="Ref9cd06658eb45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2124815f440f6" /><Relationship Type="http://schemas.openxmlformats.org/officeDocument/2006/relationships/notesSlide" Target="/ppt/notesSlides/notesSlide18.xml" Id="R69814d9144724e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4170374b54426" /><Relationship Type="http://schemas.openxmlformats.org/officeDocument/2006/relationships/notesSlide" Target="/ppt/notesSlides/notesSlide19.xml" Id="R267b229f9e9648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46d1123824944" /><Relationship Type="http://schemas.openxmlformats.org/officeDocument/2006/relationships/notesSlide" Target="/ppt/notesSlides/notesSlide20.xml" Id="Rfcce0fad1d4242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cd64e11a94bf7" /><Relationship Type="http://schemas.openxmlformats.org/officeDocument/2006/relationships/notesSlide" Target="/ppt/notesSlides/notesSlide21.xml" Id="R023bfe536e7743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0a501237943d2" /><Relationship Type="http://schemas.openxmlformats.org/officeDocument/2006/relationships/notesSlide" Target="/ppt/notesSlides/notesSlide22.xml" Id="R2ab1602e82774e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efe5559314b81" /><Relationship Type="http://schemas.openxmlformats.org/officeDocument/2006/relationships/notesSlide" Target="/ppt/notesSlides/notesSlide23.xml" Id="R8e08fc69c78b42b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30519d5264e4f" /><Relationship Type="http://schemas.openxmlformats.org/officeDocument/2006/relationships/notesSlide" Target="/ppt/notesSlides/notesSlide24.xml" Id="R75800eecf34248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1cc927a6e4019" /><Relationship Type="http://schemas.openxmlformats.org/officeDocument/2006/relationships/notesSlide" Target="/ppt/notesSlides/notesSlide25.xml" Id="R2ca9770ed00c40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7d9f2ce464a82" /><Relationship Type="http://schemas.openxmlformats.org/officeDocument/2006/relationships/notesSlide" Target="/ppt/notesSlides/notesSlide26.xml" Id="R7ebaccf794ef45e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0e7df753b4f5e" /><Relationship Type="http://schemas.openxmlformats.org/officeDocument/2006/relationships/image" Target="/ppt/media/image10.png" Id="R73ef3f76a3724cc8" /><Relationship Type="http://schemas.openxmlformats.org/officeDocument/2006/relationships/notesSlide" Target="/ppt/notesSlides/notesSlide27.xml" Id="R83d345db1bf244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985954611457c" /><Relationship Type="http://schemas.openxmlformats.org/officeDocument/2006/relationships/image" Target="/ppt/media/image11.png" Id="Rd4754cbc444f4d17" /><Relationship Type="http://schemas.openxmlformats.org/officeDocument/2006/relationships/notesSlide" Target="/ppt/notesSlides/notesSlide28.xml" Id="Ra6e6ee19c91b4df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f977460b84361" /><Relationship Type="http://schemas.openxmlformats.org/officeDocument/2006/relationships/notesSlide" Target="/ppt/notesSlides/notesSlide29.xml" Id="R58f64f69fd3b4aa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d72b8b7a4da5" /><Relationship Type="http://schemas.openxmlformats.org/officeDocument/2006/relationships/notesSlide" Target="/ppt/notesSlides/notesSlide30.xml" Id="R6f4d7acccd1b486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09170fd164503" /><Relationship Type="http://schemas.openxmlformats.org/officeDocument/2006/relationships/image" Target="/ppt/media/image12.png" Id="R23d71377875a4141" /><Relationship Type="http://schemas.openxmlformats.org/officeDocument/2006/relationships/image" Target="/ppt/media/image13.png" Id="Rfe7b9525d0a64217" /><Relationship Type="http://schemas.openxmlformats.org/officeDocument/2006/relationships/image" Target="/ppt/media/image14.png" Id="R1405a8b51dba4a14" /><Relationship Type="http://schemas.openxmlformats.org/officeDocument/2006/relationships/image" Target="/ppt/media/image15.png" Id="R52e27f00db0841ad" /><Relationship Type="http://schemas.openxmlformats.org/officeDocument/2006/relationships/image" Target="/ppt/media/image16.png" Id="R2dbf82329b0447ae" /><Relationship Type="http://schemas.openxmlformats.org/officeDocument/2006/relationships/notesSlide" Target="/ppt/notesSlides/notesSlide31.xml" Id="Re58f79c84bf3468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c9d4d8eac49cd" /><Relationship Type="http://schemas.openxmlformats.org/officeDocument/2006/relationships/notesSlide" Target="/ppt/notesSlides/notesSlide32.xml" Id="Rce62bffb5a414f7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6051ccee344c2" /><Relationship Type="http://schemas.openxmlformats.org/officeDocument/2006/relationships/image" Target="/ppt/media/image17.png" Id="R82bfba4dcdac4065" /><Relationship Type="http://schemas.openxmlformats.org/officeDocument/2006/relationships/notesSlide" Target="/ppt/notesSlides/notesSlide33.xml" Id="R5322d3c6fb65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95f60785145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1aa772d9d4ebf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F74E5-DAFD-4626-BED4-7F5B8969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50-ХВИЛИННИЙ ВОРКШОП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3019D-AC48-4DD6-89B6-6E89EBFE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A6DD0-54D2-415E-A91D-967D7B8C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Від локального MCP до Railway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AA707-5853-44BD-800B-B62D9D8B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22751-9D6D-4E5E-8618-43282409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Простий шлях: зрозуміти → запустити → побачити → задеплоїти</a:t>
            </a:r>
          </a:p>
        </p:txBody>
      </p:sp>
    </p:spTree>
    <p:extLst>
      <p:ext uri="{BB962C8B-B14F-4D97-AF65-F5344CB8AC3E}">
        <p14:creationId xmlns:p14="http://schemas.microsoft.com/office/powerpoint/2010/main" val="320236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8D526-F44D-4C1B-9219-2E8A5BFF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720E9-F241-4795-A793-2999AFE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9FFC2-6C28-4FE8-A348-230A3230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3039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5DFDB-0D80-4DFF-8DCA-33693D8F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914C3-F82B-4C5E-B801-B6C3EEB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50 хвилин ми пройдемо весь шлях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40109-3DEB-4BB0-912A-CCB186B8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93B1E-4219-4BF3-B575-5C24B22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00–10 ХВ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00948-2D15-4698-BA08-FE91F80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Мова без жаргону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77336-47BC-47AE-A988-1A4167C4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AC9F6-3488-48FB-B94D-A1946881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6E807-83BF-4C63-9CD0-DE9F9AB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10–25 ХВ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D7469-F645-4866-89CB-1085FD79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84315-BD57-4D44-AC7C-ABCCB740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51B71-8189-4055-9A78-6518966F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9222A-CBFD-4E62-B851-451D9216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25–39 ХВ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8F1A9-D824-484F-8D2A-C04B4F49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41C0C-7160-4876-8A21-14E2F527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11270-A9E6-4562-A0B7-E30236B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69EB9-B08C-4933-A5F5-9C1ED3CC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39–49 ХВ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BA73D-A4FD-4C71-ACAA-6663FBC1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56E10-3A4D-4E0C-AEBF-7A39E10D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DFE4C-CD45-456C-8BFA-B3444DE9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Залишаємо 1 хвилину на перемикання й питання по ходу</a:t>
            </a:r>
          </a:p>
        </p:txBody>
      </p:sp>
    </p:spTree>
    <p:extLst>
      <p:ext uri="{BB962C8B-B14F-4D97-AF65-F5344CB8AC3E}">
        <p14:creationId xmlns:p14="http://schemas.microsoft.com/office/powerpoint/2010/main" val="1274261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00B62-5867-4D33-94B2-A6739A2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B7241-E09D-4BB9-A4EB-955B6C29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3679D-6A41-476D-88D0-8336A0D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079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20286-392D-452A-A205-A62E3A9C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D5B5D-FE86-486D-9B3E-A4E8A23F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Звичайне питання стає перевіреною відповіддю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D7A13-93A8-41DC-991E-EEBC3921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05DF2-003B-49C7-95BE-A283AD8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71A7A-0852-4E54-A5A6-D154CB2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FD07A-E8A0-473C-A033-6C2542E6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2764A-2720-4F18-880A-9C3EC0B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DC60C-1A92-4532-8C33-F12F393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1D1B8-7CB9-4524-A940-9F00DBB5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BD87B-72A1-4EBA-B4AD-306F680E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CAD2A-1BB9-4058-9E81-6BCDD985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1870307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3CB8B-451C-4DE0-8461-190E1506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9B2CF-5181-470C-AA47-FD805F13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21C1B-3B25-419D-9CFF-FD6429D8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9119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FFF9F-8276-41EB-979B-164BAEC2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F1886-AC2C-43CA-BD0B-BA044A7C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ми будемо робити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005DA-6199-4B2A-804E-F13D8441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Підключимо Claude до PostgreSQL через MCP-сервер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F5809-B346-4B5D-ACCF-ABCB1246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0049B-5616-4857-887C-77CE5FE5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23DA2-CE3E-4067-BC2F-C751AEFD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33458-D82D-4FE3-AB59-B3FEB1D8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2D535-E3FD-4B24-9A26-2164B5D8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38A7C-1A0E-4042-99D9-04EC16E8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375DB-ABE4-41A1-BB6A-33CA9500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Сервер дає Claude п’ять дозволених функцій</a:t>
            </a:r>
          </a:p>
        </p:txBody>
      </p:sp>
    </p:spTree>
    <p:extLst>
      <p:ext uri="{BB962C8B-B14F-4D97-AF65-F5344CB8AC3E}">
        <p14:creationId xmlns:p14="http://schemas.microsoft.com/office/powerpoint/2010/main" val="60294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17D956-F3F7-4978-981D-0F992DD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78702-B927-48C8-8251-A8B4B985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B4618-E24F-47E8-95DD-5AE2A33C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32159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B034A-6157-4A1A-BBC3-B4345511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C3D28-EC7D-431D-8652-B00A0A9F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 словник термінів на сьогодні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F4847-4BBE-46C9-8B71-95681084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6CA61-3A4C-44FA-86F0-913BD775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7761C-2AD9-488D-B7E2-9012F0EA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4B1DB-1C2F-4255-9664-82D4BF6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7B41E-4552-4EE9-8239-CB05A007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A8704-CCC9-4D55-A96C-6DC97C1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19057-BB01-409F-AD36-486BBC3B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C92D1-0764-4248-BE19-33A630E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F00A5-FD59-465D-80E0-9B9EFA7E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1ACBC-23C9-4CDE-898D-D5217320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927BC-142A-405B-9B2C-78C1052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B0A37-0CE7-490B-AC2E-7DBD9148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741A0-DA9B-4EDE-8819-2DE9E8E4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3198B-B8DD-4235-B606-E6BD1869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89204-7CB6-4075-8503-FE1D3C2F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9AC1D-C797-43AF-8F2D-0AE57249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8EDF3-8E56-4E9F-8265-C0049F64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999E4-B1C0-441F-AE64-DDD2BD0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2675E-7CA1-4BB0-BF21-6DCE29DA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0DF0E-1972-4325-A668-D01881B5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33E9E-EB05-40CB-BAB9-36C3C303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437C3-41EA-4641-BA1E-447984DF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CC9CA-7C7D-4F07-9163-1D22CBE6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2D98F4-07B3-41DA-8B8F-36EAEBA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BAA19E-3A79-459F-B742-77635CD9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E5E95-7967-4FC6-8A6C-6FA2B4CE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70569-DCDD-49E5-9F2A-62F4D267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1B6173-39C4-4E51-90E7-ED09165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A3229F-0F3B-485F-8809-7F76BC7C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запускає сервіс там, де він доступний іншим</a:t>
            </a:r>
          </a:p>
        </p:txBody>
      </p:sp>
    </p:spTree>
    <p:extLst>
      <p:ext uri="{BB962C8B-B14F-4D97-AF65-F5344CB8AC3E}">
        <p14:creationId xmlns:p14="http://schemas.microsoft.com/office/powerpoint/2010/main" val="568537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9716F-317C-457A-9CB7-43B603A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97E57-7047-4C5F-A1CF-C070BD1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EEF5C-5EFA-4D89-90EA-52224E1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65199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B7A14-9FD2-4F0D-B6D1-EF65643C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81269-28F7-4A57-B71B-063A8E1B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— репозиторій онлайн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5E7CA-6993-427A-9147-7774163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BA01-8C1F-4501-8014-D53CC114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4a28ef9994475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09237ca554cb0"/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80736-5367-41B7-BBDD-ED6222D3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9BD63-14A1-4A0F-8623-422E885B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AC8B7-0A78-418E-893A-A893761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573E8-E214-4143-8ABF-B3159E6E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1E54F-62C9-4CA9-9017-24D30F8F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6FA10-F666-42F9-AF09-3654AEFF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03847-D34E-443C-A303-97DDFDA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2065793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FB9FA-4851-487A-A0F2-1296D39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DB422-D96B-40F9-8E14-9E77344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C2FCA-8345-4058-850A-CE37DC47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98239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84C49-BF4C-4DD9-94B5-22740DF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FC190-6161-4D6F-8C0D-A207D6D3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1e6ae797f4ab3"/>
          <a:stretch xmlns:a="http://schemas.openxmlformats.org/drawingml/2006/main"/>
        </p:blipFill>
        <p:spPr>
          <a:xfrm xmlns:a="http://schemas.openxmlformats.org/drawingml/2006/main">
            <a:off x="1047750" y="1714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8AE74-56F0-4D4B-BA3A-C0B24199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ACDD6-95DB-4D2F-9111-9B806AE6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38745-7DCF-487F-A692-6954077C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B6A20-C04E-479D-9559-D0964E71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206D0-D219-4706-8ABA-ECFFDFB9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FEB7D-0DA4-4A93-8E6B-4AAED4A9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3EC51-DFAB-4E4B-9582-5A61EC3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A85A5-CD17-4B06-AD31-FE946660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E4E09-C6DB-40F4-8829-B57402AE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1622040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147A2-85E2-4BFF-AC23-60A1392E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39B1D-4E21-472B-B437-0DA85E32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2B8E4-D676-4B05-9DFF-91385BBC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1278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B2FF8-8164-4306-A02C-6E2D1347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1217F-474A-4C7B-9337-296BD61B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C611A-66DD-4556-A60A-82C728F9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910A1-B373-472F-BEEB-553349E6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c2533c0d54d28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4a40ec11f4855"/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D8847-8DD6-4071-AA82-E35AFF1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62CDB-17BA-40D7-8BA4-A7C838F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03543-CA17-4E83-9856-9A9B61E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BCC80-6AE0-4D8B-A333-5FC6836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1443A-2D92-423F-9495-27BB2B2A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1839495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A82EA-3534-455E-BCF6-F65954C4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3D4F1-D01A-4B9D-9A23-67B5ED24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D29A5-22F9-4B06-90B8-652D513F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6431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0EF16-F496-4D55-8988-66349816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6654F-C842-43ED-8AB0-F5C9D51C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задає формат повідомлень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f3198db2b4954"/>
          <a:stretch xmlns:a="http://schemas.openxmlformats.org/drawingml/2006/main"/>
        </p:blipFill>
        <p:spPr>
          <a:xfrm xmlns:a="http://schemas.openxmlformats.org/drawingml/2006/main">
            <a:off x="781050" y="19526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569BC-AD1E-4960-B44B-468A3F66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EB245-A489-4DE4-9604-D787BA6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tools/list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B6750-5446-4EFC-9528-3C914489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які інструменти доступні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55C00-C772-4734-91C2-DDA9837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6B97B-ABAB-4958-BA60-AF31C6B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tools/call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C9EEF-697F-4B40-9026-63719518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який інструмент викликати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F4D0F-6080-4925-B1DE-6CB9BF21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AF6B6-625E-42CC-85BC-EB83C3E9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C2814-678B-4C76-AB27-16B69184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повернув сервер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A331B-9129-48B0-9DCD-B5B6457D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Claude аналізує. Сервер виконує функцію. MCP переносить повідомлення</a:t>
            </a:r>
          </a:p>
        </p:txBody>
      </p:sp>
    </p:spTree>
    <p:extLst>
      <p:ext uri="{BB962C8B-B14F-4D97-AF65-F5344CB8AC3E}">
        <p14:creationId xmlns:p14="http://schemas.microsoft.com/office/powerpoint/2010/main" val="6252969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49E26-93F3-46E7-93D0-278924FE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63278-BAE2-4D60-BED3-2F4BB688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02968-C184-470C-AC26-D68E7AE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97358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40905-3CBE-4D87-A198-8BFB79EA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86C16-FD63-45AD-A486-534F382E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з’єднує Claude з інструментами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6051ef4544f67"/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779E6-DBD6-4829-A4DA-09666D6A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B9ED6-4B69-4D41-800B-E2E50226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E19A8-E45C-4AF0-B6B8-0EF797B5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CB4AE-E927-4362-9EC2-26B06A3E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13DF4-7157-4E8F-82C9-BFA4C5A2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75F28-D3BB-4ABA-92E9-3FC947D6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E96C0-85FA-4694-A860-CF148248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31D7B-16EE-4EEE-A2EB-5DEF5327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10076438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EAAC5-4687-4EFB-A557-B296F38F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9FD75-3C65-40CF-A636-2CDF7C9D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ECEB2-BEB3-4F04-B672-8106BC75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30398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772C1-6AAB-4A99-9622-894CF75F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BCB6A-A508-4AC4-80EC-27A475D1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446CB-D03B-46B5-8E7F-64B324C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65CA4-2B79-414D-995B-1D47C637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4D417-6073-41E8-A2F9-EFE72543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5DC22-5208-40E9-9A4B-E1EDF31E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BB16C-4EE5-4EAF-A166-BDBC08FC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00418-EEA7-437D-B6BB-A52C0B87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E4052-1B19-4DDB-B2AE-6541BCA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03A56-41E1-435A-A797-5ADC8A99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0C64C-83AF-4D3B-96FF-81BCA82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AC904-A70E-43E5-979B-6BD50A83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42C26-B66E-4285-811F-98A72E4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C704A-BBEB-41E2-B416-AD1F71B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DAEE6-7729-4303-903F-6DC80158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1B810-10A1-4AAB-8398-48AF160C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3BAD5-51FE-4FA1-93D0-CB30F334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19E25-CC02-4DB6-9DA8-8734E3D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1584000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61679-D96C-49B2-8E3E-3132366B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589E3-4DDC-4C27-9348-BB5FB039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B8CC6-FCDB-41BD-A6EE-58187B4A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3438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9699B-99CB-4F8C-87FA-0D2892BA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706A2-2DF0-41EB-8BB8-2624E90B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до даних проходить через MCP-сервер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8759C-6976-4D7A-AD47-650BF977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542F1-85FF-4DE5-813B-B72BD6AB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BFA59-8F5B-48F7-85B1-95551EB3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99092-F61B-4851-9C53-BBDDB012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03C8A-37DA-4EAC-B893-070DDAE9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85C83-C0BA-4FE5-A88D-4A8A2D0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696FF-CAE2-4516-9431-3ECA1E3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4D6DE-D512-460E-BFEC-B7992418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0651B-5E41-46AF-8DF5-D7BC3A3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5D423-EE1C-49C9-8F4A-789E792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AC71F-82A2-43FB-8DA7-8129D07C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E4F0C-665D-45E8-80B2-9DCAC39B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1CE86-03E7-4B25-987F-15CA2905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AEE3B-AE1F-4FA5-BC83-4C13EA2B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1690060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1C788-E041-4C09-943A-96DD8513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FB544-6310-4B92-8525-67B741C3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D0E70-CED8-46C4-A551-7AF6D31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96478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D6A0F-7A69-4257-BC04-45C51E4A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60652-76A4-4505-B774-CECC9444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агент дізнається, що є в базі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238C7-C33C-4C3B-B59D-C92333F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0A817-ABDF-4A67-8B0F-7F404C0E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40BA8-F984-44D9-B153-43DCD0BE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C42ED-4B72-4DA4-839E-0CEA0DA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CD6CB-E5E1-4081-90F4-8E085C42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отримує назви й описи таблиць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47F9F-1BA1-45DC-99EF-83EA26DE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E7D92-B179-42E4-A15C-0572F956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0DB61-F354-4D8C-B8DD-7D08C6D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43014-FE59-44A0-B402-5D3131FA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09D55-4A6E-4DDF-8856-1B723AA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читає колонки, типи, зв’язки й коментарі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05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3B897-9DFB-4037-9BA7-208AC716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B3DA2-8703-4860-9F28-E981DDD5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5D68C-E44A-4D91-BB60-B9D90FD3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4B000-C984-43DE-A1B9-C8012FC0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A962F-3ECB-4912-8925-9DEB761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обирає потрібні таблиці та поля</a:t>
            </a:r>
          </a:p>
        </p:txBody>
      </p: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7626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51C2E-B16A-44C7-8C30-8F4D5261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B785E-323B-4DF6-8F41-647A5C4C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0C5CD-4BAF-46B3-A20D-E45DFE33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EEC80-6D4B-42D3-A3B9-7859B82C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A4FD4-FD91-4D2A-83E4-2899944E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складає і виконує SELECT</a:t>
            </a:r>
          </a:p>
        </p:txBody>
      </p: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20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823E0-4D82-4CD6-A98D-10BF4FF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Спочатку агент читає схему, потім складає SQL</a:t>
            </a:r>
          </a:p>
        </p:txBody>
      </p:sp>
    </p:spTree>
    <p:extLst>
      <p:ext uri="{BB962C8B-B14F-4D97-AF65-F5344CB8AC3E}">
        <p14:creationId xmlns:p14="http://schemas.microsoft.com/office/powerpoint/2010/main" val="17533130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76A369-0175-4743-A0F5-B801530F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27156-161F-4172-8EA2-8FFC69F5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6BC49-9B8D-4964-AC07-751C84D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951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9D972-8CA4-403B-AE93-F3B30096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3EDD1-8064-43B4-B07A-4F5B4429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C6420-A2A2-4793-B5A0-11EF2166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56942-9C81-4E38-8821-8EE243D6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B9BF1-32C7-4CFD-9AF5-F1F7995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F2AC0-20FF-4926-BBFF-75E52726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0DDB9-327F-45E4-AE60-5DBF883A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8DCBB-8AB3-4FFB-8FE1-1270D4C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9DA11-4555-4245-BBCF-183CC8E9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04B7E-2E0A-48D3-94F6-6CA0F98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23B03-0F68-4E41-8490-9D39574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7D49D-7964-4E31-8F61-7E86178D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E95DC-7181-410B-9B38-D7E0E9C7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48EBA-0CF5-4AEB-8772-568FA287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D8865-DFF1-4276-9FB1-9BA1EF3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B6EA5-A3BF-46D9-BD9E-289D1198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C986F-AD2F-4E01-91AE-12CD214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D4E4F-4D5E-42C2-BDD9-26DB43D7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440C6-7936-4321-898F-4DF1F839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88D86-4C12-4352-9124-966B7678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81E5E-9747-4814-8B97-3CD89C31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D0D6A-58C2-43F5-8EA5-24050EA4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6D4B3-31E3-4AC8-96F8-2674594E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10D9C0-91E5-496A-8EAD-F72596D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86A3A1-5DCC-45C2-B37C-4A9A13D0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1DC044-489A-4BD5-9132-898781B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4B589-B7B7-4818-B628-F0DC72F3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1339073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E39F4-4969-486C-9E85-56015F8E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E3825-EF23-43B7-93FD-6F49E75D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D618D-2156-47EA-9BF4-6413109E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62557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8E7D4-0453-406C-9AE3-C892153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47F7C-6840-44E3-8A0B-7A3C732E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інструментів: від схеми до прогнозу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BFBE6-6B83-45D3-8F9B-E44C6462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6243B-5E10-450E-8767-630F596C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89563-5AD5-4B8E-9E91-D57E6AC5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AD361-45A1-4D2C-BD45-C177FF0E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9F87C-6F82-40C9-B55C-CFBC3A15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DDF4E-75D7-4D8B-B458-DF800987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6CE6C-583B-46B5-82C3-4437365E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4C6E9-DAEB-4080-B4C9-DDD57299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C48EA-671A-4B1E-9750-402D8E46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67C2D-8E82-436B-BD76-01687912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2B30C-C83D-4A0C-847E-2DC3A315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66E41-AD40-41B5-8EC2-42FAE03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36A72-BBCF-44B5-9436-C242E7D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68429-FE9A-4629-BA34-EBA804C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E0129-3579-4F30-BA9A-36D1ED6D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90D53-1A39-46BD-8569-A34B5511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2A9DE-927D-4E58-9F3E-256077C4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B7E71-81E5-4421-B9E0-0AF8411B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04346-41B4-44D3-A749-6A2AB42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C9A1C-D670-482E-9661-061E024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24529-394B-4E72-9D0A-D02C0871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BC148-10FD-41D9-AFBE-D59BF67C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65D66-DF14-43E8-8D85-8F0B159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B2739-B96D-457F-A825-0E188DF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5D6CB2-8FD2-4C52-8AA1-92D93B00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FD5209-78BB-43FD-B9BE-75FF5304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202043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E71CF-0478-4F3F-8E78-FF6AAE6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5CFCA-7858-45C0-9FA1-4EECC3B5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5E2FC-2209-4408-ABA6-15B542D6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597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92A22-38B3-4DBE-9192-7356EC24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2DE33-1572-4D7B-9C15-B4928570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пояснює моделі, коли викликати інструмент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7B6A5-A6EE-427E-9670-8B0AAE2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2E2F-F05C-4808-A45F-1B81449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33D2-6A40-4BD4-99E7-9002A3F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68278-490C-44B4-9CAA-7CD14172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B3224-78F4-4DD5-87B9-235560B4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EBD23-0901-4674-8BF2-1C2AFA5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69352-DF2E-4C9D-B1D5-626DF640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2573416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E9EA7-3DD5-451D-8B8F-3167392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010EA-4D52-41E4-A7F1-3DFD89C7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727D3-A20C-4E91-B521-3DAA6F23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48E85-C020-485D-A524-F779415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E6F68-F0CE-48CB-AE61-B72328A3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C3FEF-0832-4216-9271-6109451A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FE1E6-AB8B-425F-8A98-492495B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7160F-984F-49C6-A761-038226A9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DF998-BB4F-4B5F-9479-80A502A9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58CB0-D6B4-491C-8CD0-797BC75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ACC56-42FE-4AF0-80F0-FC4DB2D5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A7DC4-20B4-4562-A2D8-CE6496C5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21217612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27EA4-C746-4363-B2A4-7120F28A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22DE4-4D12-4E07-96E8-F8C1B729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450F1-A20F-47CB-B825-B033B70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61677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69103-BD61-4407-8A33-353CEA59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254D5-2C50-4AC0-93B0-3EBF8900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8C2F2-27CB-42DC-A1B4-01C3F2AF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AC5CA-64AF-47E1-8962-714A8901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C59F3-85A7-47F2-8BA2-C7C047DA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ABA6F-0363-4E55-BB2E-E63CE6E8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8DCFF-481A-4F13-BA99-5B4A6ECF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384FA-9EDF-4F37-8828-28104BA9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33CC7-A1A5-480A-A8FD-698BDB8B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1325A-E8E4-41D3-BE1E-83D1092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AA925-F79D-4CD7-B0AF-4A628FCB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9CCE4-BBEC-4483-BA8F-C2890C03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38671-07A0-4A08-9379-AE8057B8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4B4E3-8FAB-414A-9192-CF02D8BC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5C563-860B-463C-BA9C-3486541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18955038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D36AF-9E72-4B05-AAF0-0627E9D7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AD588-CB80-456C-819E-096EFEEE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4CC82-7D64-4396-893D-259FBB00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4717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B143E-20B0-4DC7-BCD3-C5FFF1C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3835A-EEEA-4F4D-A01B-E7C5CF6B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9A168-2878-4EC4-91A7-5D3AA16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3B090-8592-4DDB-B99A-436A5E82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1251D-5242-4C86-A36A-2C0D898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5EDCE-871B-4DE5-9104-87E1E05F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1A4C8-F7C6-47C6-A186-E713B226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C3252-9D60-498C-B5EC-800CFAF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8F51F-A815-41EF-9B79-044AA03A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B9A23-0DEA-47B3-ACD3-9340ED93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92ACC-14EA-48EF-A44D-52B17049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A199B-F91C-4E9A-B470-4729380A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652CE-5050-417E-85C2-5946401F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55CAA-42D8-43DE-A07E-C9C007A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274268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58D0A-8730-46E9-AB09-5AC3D82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C163D-425B-490E-8DD6-7A584475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0011A-338D-41C8-80BC-A17D8F78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2775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5ACC9-D782-4ABF-84DB-36FF47B4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F41BF-A642-4550-923C-9E179C7C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98F23-A8F1-41CD-A1C9-9C8D396D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1C3D7-C3F2-4802-81D8-F3E6A97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5B5FB-05C4-4B1A-9703-355DAF2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4A44D-8EDA-4DA9-877D-A961D56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20791-C71A-4167-81DA-010AD6C0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18245-77C6-4A48-B444-D5B3EBF5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88ADF-CBC2-4147-8F5E-96F06AB4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9C21-A1B7-485E-9828-E6D33F8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6E497-7EFA-48D5-BE4A-32D0C5A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DDDD6-7264-48ED-B5F9-176B73F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79888-8A05-4FFC-B121-87F1B06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AA828-21C6-42E8-9F45-3D16805D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B9A32-0CC0-415B-94B5-EB38769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8764363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07E51-4D7C-43A9-8BD2-62709E8F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110A1-BBD5-4C58-AB51-B4A9FC76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DD216-28DA-4C37-AF21-A70CFE63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079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DF2BB-A02D-4255-9D2E-6A2207D6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B2DBA-EA47-4582-8C1A-1547D881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F207A-BDD2-4686-902B-B21949B3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05F2D-F5FF-490E-BB71-8133E6FF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BC7CC-9388-436F-A59D-808067B7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B3A0E-2D1D-4C1E-B3D8-04EF0F7E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456DF-8F97-40E3-AD66-0BCB47A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06103-458A-4C94-AB1A-A60A59F9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87B29-E07D-49D4-AB85-66B34982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3B56B-4BBB-477C-B407-4B51748C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2FF20-9DF5-41A6-8BC3-DDBA94A9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AB7E4-EC0A-4C52-A6A6-93A37F03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429D4-7259-4267-9A43-67BCA7C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78BB0-AA7F-4B03-8B19-2CF09438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EB3FA-D2D4-4C3B-885F-0446D94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1605044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38CE9-D9E7-42F2-9723-594CB6E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11AE-FF8E-4F25-A889-CB9C09B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2C7D2-54E5-42CA-9366-775EC8F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9383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B021D-4F24-4EF7-994A-4419750E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D0C97-6B33-42B1-9771-BB5A594C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D6A1A-8145-45B0-9B0F-E4E2BA1F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01332-4926-4539-9C89-4B52EB7B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39AD5-31C2-489D-996A-0B455E97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0A33E-62D5-433E-ADC0-9790FDA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240DC-DAF3-4193-8EE7-DC767814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09AAE-BDB4-4E47-9D79-96F4BB5B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42BD5-CA1A-4D31-84BE-6B065FC6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2D325-EECC-4DAE-87E6-B4851030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B0FFA-78DA-43B9-9A26-63C32D2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13494983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F9A59-26A2-4AD1-9563-644B4889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EA15B-F074-4127-952B-E442B446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65334-1DBF-4936-BCF5-C29555B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6876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6CFCE-5908-430A-98DC-3A63F5B4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99D72-15F2-4DD1-8A9A-47A1BC2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до першого локального запиту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9DDF-E821-4128-9044-60D84FED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F0B78-132C-4677-A0D2-3997A8D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68128-1D06-4F8F-AFA2-89E6132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FF9B9-536A-44BD-B0E1-E6DE38F3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EB6C6-A17A-4104-85E2-3D10AC7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96B5D-E13B-423B-B139-3100154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4FAD3-ED15-4CF1-81B2-A774140F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37F60-A7D9-4733-8682-3E095A1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10F41-941C-48B7-BD2C-232D1698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B9CF3-F905-49D2-AC8F-F7DF2A8E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F4170-55EE-44EA-8A94-A05BDB53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8C80A-FD02-484B-A45E-114E5B1C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8C927-186C-4035-A710-3BA401F4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AD3BA-DD37-42C2-B6EB-CF01C51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F3B8A-CD31-4BAC-A1C1-C1D54FFA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4CF1A-5FEF-4B0B-B38B-DF07E1DD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F30B4-E25E-44E8-AA84-A4008F8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96584-4D6F-45BC-85F9-F6889F46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17963-F778-416B-965F-ACE7E39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01A0E9-393F-40FA-8A1B-AF0338BA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0A0280-9387-4EFF-BA96-E739C58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13692001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62BC9-CA89-4F44-B060-9A81931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35E2D-79B4-4B7B-9407-D837BFF3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8C9C2-4C54-4CC5-A528-B84D649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5991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D3457-2629-48D8-9009-E4175247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61FB0-A806-49ED-9961-9E1F5752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116F4-5BFD-427A-850B-4CE18631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72C10-C4A7-4D99-87CA-C7928E7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D105E-C266-41E1-8B3F-F0EC573C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48CFD-7ECB-4603-B7DF-292DA2F5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9FF9B-C7F5-41DB-8950-CE6B4A49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F43D8-275F-48CE-BC3B-ACE1DDB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F776A-F5A6-4F38-A7B0-8B003387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B0FF1-4CCF-4F15-B1A9-843AA104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20722564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8FCEB-44BF-4B46-B616-AA5F020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BCE18-00C6-467F-9C2D-5E027D8B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34266-61DB-47B3-97AC-73AF6095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9295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D4AED-44D6-4F57-893C-5632190C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5D7DC-B442-45EB-AA5C-55C7A7CA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0F6C8-E397-4998-8390-F301D197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9DA7B-F46A-4157-856E-2B5627BF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5EFD9-3257-411A-B0C1-8D42E789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66998-8785-4CB1-B10D-EB0BDF05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65332-07E5-4043-983F-D0302EFB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08A7F-C316-4033-BA32-DE17FD4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469CA-AC20-49E9-AFF3-C664210C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10EC6-96D9-45F7-BE7E-1384AE2E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BA449-3560-4C16-8B98-773AD77B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FE156-43D6-4B90-9AB8-72C4E41F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7B1BC-A2B2-4A03-B3AC-E29CFA28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B1A33-5504-4265-992F-EF0F7728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3B31B-C118-468F-9A84-D6D316B6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570D0-F7AD-43F0-870C-090DA41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9331372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3B41D-64E2-436D-975B-EFF7B4AE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34F2B-853B-432E-A6CA-6E4F303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AC22B-1626-4954-8B76-AE878AC4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25996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91E77-1FE9-47F1-94C5-6AA5C37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356A6-CECC-4211-8167-7785620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 залишає місця для спільного коду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FCDE7-0446-4568-9248-443C8297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EEBB-91F7-4089-A0B3-168678B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2E754-8E59-40C5-9E41-E145ADA1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F85E8-3055-482B-8A35-0F2A83F0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C9588-16E6-4210-89C3-F06B0E42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E3B85-112F-449C-A3D0-B691C48D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DD827-E694-44BA-B066-B2C82C89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83B7C-D657-42D9-872A-BA8625D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022C1-BE9C-4CD4-90B1-E598D02F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D03CD-4115-4D19-9714-8A2B060A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902D6-8E8A-4597-BD10-5C9AE520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20887376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05FC8-68BC-420D-800A-F071DF98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5AB98-A5A7-445E-8C3A-91C9D24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12CA2-C673-4472-ADAB-FC2B71EB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9035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E3334-127F-44C7-9F98-7259423D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F3D30-293B-466A-A951-F4D32D7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— автоматичний чеклист очікувань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f3f76a3724cc8"/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EAE35-3D1B-4054-86C5-DDBDE176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FDDB3-256F-42D3-9FE9-586CBE43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36EA2-DF91-4A10-B2A0-D99385BD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1A603-1E7B-4BFA-8DB2-631694E0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3E356-30EB-4632-9D12-C9567847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C71B3-6E0A-4DB8-8290-3D4B67F5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4E627-1787-4403-84BA-BEC4635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FE095-5333-45C4-8B41-A15498A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BC524-A2AF-41A5-97CF-B17800ED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C2242-5113-46B3-86D0-1D01E0CD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E4221-F6F8-4964-82EC-532906E8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5DFCE-9058-4629-90A7-49F2CE6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86C05-CD4F-4677-8968-531472F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7E246-4270-4ACD-B90C-C4164380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5145778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19797-A305-49E7-B390-7E38F9D1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E2B6-94DB-4EDA-B911-42856D8B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0C759-3F63-4BA7-835D-091FC3C0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92075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9FA8B-A84F-4C20-8EEA-042037F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99AE6-1E87-42BF-9789-74826CE6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дає сигнал ризику, рішення лишається за людиною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54cbc444f4d17"/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A301E-CB38-4BDD-AFE9-E439CBD5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89903-4422-49AC-B31E-0C6CA6A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724E9-831F-4206-8616-67F26AAA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7C8FE-8FAC-46D2-A661-058534AC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55E28-A6D6-435E-97E0-AEF24D40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1DC14-A504-4DD9-9415-62A2840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BF83C-C312-4198-AD91-CE17EE38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6B473-6FEE-4FB2-AF38-BD859F75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97E9E-89C5-4F86-9EE7-492FF36D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3C1DB-0E71-4EA1-8456-385F5E5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B35F7-F785-4135-9EE0-C3EEACC7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12487324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59351-1FF5-4CD5-9EA4-A146452F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EF121-A34F-4ECB-A56D-ED3E9DC8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F04B1-39FD-4E2C-A527-918C50B9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25115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2FAC1-43E4-4D71-9F49-4C1BD726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10DA0-7E32-4DD0-AD04-0982524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 й надіслати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220B-BFDA-448D-8AB7-8E3DA2F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51020-EFF9-461C-9AD2-E7186386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91210-DE05-4775-9D7D-5107B1D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6F0B1-9BE8-42C7-9BF8-C912EAD6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9EAF1-DC06-416A-8A3A-0D99CF3A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88248-08B4-4338-AFD8-B4ED7CDA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0471D-5F07-4008-A9AC-762B26DA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CB052-F01A-4DDE-9ED5-61F946B4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7B572-281B-4A38-959C-CAB2882F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684AC-CDCE-4C8E-9D3D-4547E802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11216420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7BD65-FD50-4D8A-8F95-68E2FF68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31483-7167-42C2-B334-B747BF7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78024-3664-4314-AD98-4B4EFC9B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8155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25A3B-575B-40C1-A626-D78C1BE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61566-A820-499C-B45F-3EDD208A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Claude запускає сервер, у хмарі приходить за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A63C1-8338-4DAE-A0B3-0FEC1433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8C900-0687-4277-830B-44E52F32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4A437-05B9-430B-B136-D785514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65C97-CE22-450F-BE5D-BC4F37BE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стандартний вхід і вихід програми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запускає Python-сервер на цьому ж комп’ютері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3906A-7158-41BF-B5C9-B2B04110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3B55C-C58F-4FA1-BC31-6839FCB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5ABE9-AF37-4EA3-93F1-518CFB75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E039C-E2BC-47CE-8505-47EA69FF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сервер уже працює в Railway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підключається за адресою https://…/mcp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5A81B-AC61-40CC-BDE3-076EEF5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Код інструментів той самий. Змінюється спосіб підключення</a:t>
            </a:r>
          </a:p>
        </p:txBody>
      </p:sp>
    </p:spTree>
    <p:extLst>
      <p:ext uri="{BB962C8B-B14F-4D97-AF65-F5344CB8AC3E}">
        <p14:creationId xmlns:p14="http://schemas.microsoft.com/office/powerpoint/2010/main" val="7182049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E87A7-FF13-4CCA-AFC6-455BB92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0F1D2-1260-4A79-BC90-4E14611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0E094-C8A1-4B35-8A10-6D7F2C09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9119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D96AA-E997-4167-9CD9-B67806EC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8B0CE-8799-4F90-BCF3-8CE77813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 дає MCP-адресу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B9C21-293A-46F7-B39F-5DBC7058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71377875a4141"/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E4217-EBD5-491D-B155-9EA79CA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F63EB-2A17-40F5-ABFE-175F9C73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4844C-FF5F-4314-A399-451D8B5F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b9525d0a64217"/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5FA38-49AF-4453-A7D1-60EBA252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6EB4E-9CBA-42EC-969A-AB15C456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5E4E0-6CB9-4D57-954B-6BAE3B55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5a8b51dba4a14"/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37B17-8D55-4493-8B1D-04C41F2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AB89B-D56C-4EA5-8F9B-E1EB9BFE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2C26A-E336-419C-B854-A9CC2D3B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27f00db0841ad"/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1A040-713E-424C-A01C-8B756A1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E62C8-B94C-4809-BF81-F90BE3BB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77E48-5E8E-4953-B28A-9D2E166D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f82329b0447ae"/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123DD-8A7E-4AD2-9DF9-597D270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589259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2E5C24-3576-4066-871B-A215275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C951C-ADD4-4E1E-98D2-D55FF48D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89B70-F091-435D-B92B-041389C3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24235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843D1-40B6-40C4-BB9B-5F659DD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DDFA7-C76F-4F1D-ACA6-4BABFD26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C7703-219A-4A6B-ADEC-460A2DEC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A39DB-1F13-4943-94D1-924AB9D8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50C15-45FF-4C04-9912-C7733EAD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76AD7-1C5C-4266-9F6D-82CEC047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E4070-DADA-4639-B8BE-91B47781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520FA-DFCD-4553-B6BB-42ECEB1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4A04F-114B-40F3-A03B-22B44B16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CD5B6-6941-42E2-AC00-A95C9A5C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7E295-8B24-425F-A652-15DB9D12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75DC0-4633-484C-86EF-86F216E7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81814-DDB1-4A03-8D52-E0079AD1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16B9E-1169-4355-AB6E-5AF90216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0D43B-CF25-4DD0-AE05-351DAD1C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35C82-7F48-43B5-9354-09500D2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AB85B-218D-4409-B23B-DA10E2C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A02BA-4EBB-47F1-AAB9-2B032AD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B89A6-05AE-4790-9234-F9B97E5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8F9E7-B260-4FF6-B4A2-1135177D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9A0CC-B542-4D7F-A376-DBDE04EB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12D8D-9F81-4D0D-A252-9A312589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1146D-0344-4C9F-B273-6F2E757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9BED1-EE82-45A9-BA8E-AB007F0B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44DE8-66A9-417C-B6FD-2D3E62AC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ED611-FDEA-461D-9B74-DE5E0F3D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C6CF2-44FF-4F4A-BBB3-0736D359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F2051A-1021-4472-A194-EF86A3DF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505D04-6942-4A93-A497-8CEACB0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1099983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9EEED-93C8-4B85-AFC0-1ACD79FB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02C32-231A-43FE-90EA-5FE04D8A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E6130-6C8D-44E5-8388-9266C7D2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7CDE7-CD4D-4AEE-B539-EA6189B5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fba4dcdac4065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80B22-1A29-42A0-837D-E5BDA61E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 роботою з реальними даними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429F7-A894-497B-8FCA-84862A30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3B29F-295A-4D07-BA13-0BE7B78D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63DB3-90AA-4031-A2F5-0829493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ролей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F69AA-675D-497A-86CE-5045501F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окрема read-only роль і мінімально потрібний доступ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64DD4-84BC-4502-8975-B9017FD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FCD47-10E6-4D81-A826-4FFC2FB9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AB487-B1B1-422C-BDD4-DBC771F4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Автентифікація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2A855-BA5A-407F-A5FA-F65047B6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перевіряє, хто може викликати інструменти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0343A-1D1B-4DFD-AE12-D14CCE77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7570B-91B6-440E-9DB7-8AD737C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D3322-A5D8-460D-A3BD-9BFDF976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Документація метрик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0C8E4-004F-41D2-9ED9-91D95FA5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визначення, формула, фільтри, джерело та відповідальний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43AEC-EA49-4F94-AF20-4E9C5E58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Без опису метрик агент може правильно порахувати не ту цифру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CCA23-3EE0-4E5F-97D1-1C37A76B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1693833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2026-09-17T12:09:52.5420000Z</dcterms:created>
  <dcterms:modified xsi:type="dcterms:W3CDTF">2026-09-17T12:09:52.5420000Z</dcterms:modified>
</coreProperties>
</file>