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a511c8d7084e6f" /><Relationship Type="http://schemas.openxmlformats.org/officeDocument/2006/relationships/extended-properties" Target="/docProps/app.xml" Id="R5003d3e16c094681" /><Relationship Type="http://schemas.openxmlformats.org/officeDocument/2006/relationships/officeDocument" Target="/ppt/presentation.xml" Id="Rfa54a86d0874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9f6a8d2c04be5"/>
  </p:sldMasterIdLst>
  <p:notesMasterIdLst>
    <p:notesMasterId xmlns:r="http://schemas.openxmlformats.org/officeDocument/2006/relationships" r:id="Rd76f49fb4bad487c"/>
  </p:notesMasterIdLst>
  <p:sldIdLst>
    <p:sldId xmlns:r="http://schemas.openxmlformats.org/officeDocument/2006/relationships" id="256" r:id="Rca7ecb6813394c66"/>
    <p:sldId xmlns:r="http://schemas.openxmlformats.org/officeDocument/2006/relationships" id="257" r:id="R6306bcdc88804638"/>
    <p:sldId xmlns:r="http://schemas.openxmlformats.org/officeDocument/2006/relationships" id="258" r:id="R178add7048fb4324"/>
    <p:sldId xmlns:r="http://schemas.openxmlformats.org/officeDocument/2006/relationships" id="259" r:id="R5ee24902b57a4bff"/>
    <p:sldId xmlns:r="http://schemas.openxmlformats.org/officeDocument/2006/relationships" id="260" r:id="R0d7203b6439d49f7"/>
    <p:sldId xmlns:r="http://schemas.openxmlformats.org/officeDocument/2006/relationships" id="261" r:id="Rd9168514a3ac44c5"/>
    <p:sldId xmlns:r="http://schemas.openxmlformats.org/officeDocument/2006/relationships" id="262" r:id="Rd6d009001ca14230"/>
    <p:sldId xmlns:r="http://schemas.openxmlformats.org/officeDocument/2006/relationships" id="263" r:id="R6608d1b4c25f489a"/>
    <p:sldId xmlns:r="http://schemas.openxmlformats.org/officeDocument/2006/relationships" id="264" r:id="R77acd7f774e44c33"/>
    <p:sldId xmlns:r="http://schemas.openxmlformats.org/officeDocument/2006/relationships" id="265" r:id="Rfea41c76058947dc"/>
    <p:sldId xmlns:r="http://schemas.openxmlformats.org/officeDocument/2006/relationships" id="266" r:id="R2124d31c61124601"/>
    <p:sldId xmlns:r="http://schemas.openxmlformats.org/officeDocument/2006/relationships" id="267" r:id="Rcb007d8511954c6f"/>
    <p:sldId xmlns:r="http://schemas.openxmlformats.org/officeDocument/2006/relationships" id="268" r:id="R3fdd3bc122564f96"/>
    <p:sldId xmlns:r="http://schemas.openxmlformats.org/officeDocument/2006/relationships" id="269" r:id="Ra470288f6dfb4531"/>
    <p:sldId xmlns:r="http://schemas.openxmlformats.org/officeDocument/2006/relationships" id="270" r:id="Rb3f092f678bf4eee"/>
    <p:sldId xmlns:r="http://schemas.openxmlformats.org/officeDocument/2006/relationships" id="271" r:id="R2fe466743c004752"/>
    <p:sldId xmlns:r="http://schemas.openxmlformats.org/officeDocument/2006/relationships" id="272" r:id="R719a95e38f434c6d"/>
    <p:sldId xmlns:r="http://schemas.openxmlformats.org/officeDocument/2006/relationships" id="273" r:id="Re346160e20024ca2"/>
    <p:sldId xmlns:r="http://schemas.openxmlformats.org/officeDocument/2006/relationships" id="274" r:id="R84b3fe5624664050"/>
    <p:sldId xmlns:r="http://schemas.openxmlformats.org/officeDocument/2006/relationships" id="275" r:id="R8aa90fda7e16460e"/>
    <p:sldId xmlns:r="http://schemas.openxmlformats.org/officeDocument/2006/relationships" id="276" r:id="Ra7f111786c5b4a1d"/>
    <p:sldId xmlns:r="http://schemas.openxmlformats.org/officeDocument/2006/relationships" id="277" r:id="R99ebc5a5874c40d6"/>
    <p:sldId xmlns:r="http://schemas.openxmlformats.org/officeDocument/2006/relationships" id="278" r:id="R3c0cfa2194274d3c"/>
    <p:sldId xmlns:r="http://schemas.openxmlformats.org/officeDocument/2006/relationships" id="279" r:id="R9258612aaf6c4292"/>
    <p:sldId xmlns:r="http://schemas.openxmlformats.org/officeDocument/2006/relationships" id="280" r:id="Rc9b7b2452d82403a"/>
    <p:sldId xmlns:r="http://schemas.openxmlformats.org/officeDocument/2006/relationships" id="281" r:id="Rdee05bcceaa74e54"/>
    <p:sldId xmlns:r="http://schemas.openxmlformats.org/officeDocument/2006/relationships" id="282" r:id="Rfce0e0b3ab9845dd"/>
    <p:sldId xmlns:r="http://schemas.openxmlformats.org/officeDocument/2006/relationships" id="283" r:id="Rcfb6d8c084a844a5"/>
    <p:sldId xmlns:r="http://schemas.openxmlformats.org/officeDocument/2006/relationships" id="284" r:id="R00a9c34b4d424b08"/>
    <p:sldId xmlns:r="http://schemas.openxmlformats.org/officeDocument/2006/relationships" id="285" r:id="Rc791a9a05643439d"/>
    <p:sldId xmlns:r="http://schemas.openxmlformats.org/officeDocument/2006/relationships" id="286" r:id="R00bc704680594279"/>
    <p:sldId xmlns:r="http://schemas.openxmlformats.org/officeDocument/2006/relationships" id="287" r:id="Rf5a75a9c53c54eea"/>
    <p:sldId xmlns:r="http://schemas.openxmlformats.org/officeDocument/2006/relationships" id="288" r:id="R54eaec2083854121"/>
    <p:sldId xmlns:r="http://schemas.openxmlformats.org/officeDocument/2006/relationships" id="289" r:id="R9496cfeb9ca844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394fdb535e4510" /><Relationship Type="http://schemas.openxmlformats.org/officeDocument/2006/relationships/slideMaster" Target="/ppt/slideMasters/slideMaster1.xml" Id="Rb1b9f6a8d2c04be5" /><Relationship Type="http://schemas.openxmlformats.org/officeDocument/2006/relationships/notesMaster" Target="/ppt/notesMasters/notesMaster1.xml" Id="Rd76f49fb4bad487c" /><Relationship Type="http://schemas.openxmlformats.org/officeDocument/2006/relationships/presProps" Target="/ppt/presProps.xml" Id="Rc31a054ab5994a4a" /><Relationship Type="http://schemas.openxmlformats.org/officeDocument/2006/relationships/tableStyles" Target="/ppt/tableStyles.xml" Id="Rfb4689c9e7dd46be" /><Relationship Type="http://schemas.openxmlformats.org/officeDocument/2006/relationships/slide" Target="/ppt/slides/slide1.xml" Id="Rca7ecb6813394c66" /><Relationship Type="http://schemas.openxmlformats.org/officeDocument/2006/relationships/slide" Target="/ppt/slides/slide2.xml" Id="R6306bcdc88804638" /><Relationship Type="http://schemas.openxmlformats.org/officeDocument/2006/relationships/slide" Target="/ppt/slides/slide3.xml" Id="R178add7048fb4324" /><Relationship Type="http://schemas.openxmlformats.org/officeDocument/2006/relationships/slide" Target="/ppt/slides/slide4.xml" Id="R5ee24902b57a4bff" /><Relationship Type="http://schemas.openxmlformats.org/officeDocument/2006/relationships/slide" Target="/ppt/slides/slide5.xml" Id="R0d7203b6439d49f7" /><Relationship Type="http://schemas.openxmlformats.org/officeDocument/2006/relationships/slide" Target="/ppt/slides/slide6.xml" Id="Rd9168514a3ac44c5" /><Relationship Type="http://schemas.openxmlformats.org/officeDocument/2006/relationships/slide" Target="/ppt/slides/slide7.xml" Id="Rd6d009001ca14230" /><Relationship Type="http://schemas.openxmlformats.org/officeDocument/2006/relationships/slide" Target="/ppt/slides/slide8.xml" Id="R6608d1b4c25f489a" /><Relationship Type="http://schemas.openxmlformats.org/officeDocument/2006/relationships/slide" Target="/ppt/slides/slide9.xml" Id="R77acd7f774e44c33" /><Relationship Type="http://schemas.openxmlformats.org/officeDocument/2006/relationships/slide" Target="/ppt/slides/slide10.xml" Id="Rfea41c76058947dc" /><Relationship Type="http://schemas.openxmlformats.org/officeDocument/2006/relationships/slide" Target="/ppt/slides/slide11.xml" Id="R2124d31c61124601" /><Relationship Type="http://schemas.openxmlformats.org/officeDocument/2006/relationships/slide" Target="/ppt/slides/slide12.xml" Id="Rcb007d8511954c6f" /><Relationship Type="http://schemas.openxmlformats.org/officeDocument/2006/relationships/slide" Target="/ppt/slides/slide13.xml" Id="R3fdd3bc122564f96" /><Relationship Type="http://schemas.openxmlformats.org/officeDocument/2006/relationships/slide" Target="/ppt/slides/slide14.xml" Id="Ra470288f6dfb4531" /><Relationship Type="http://schemas.openxmlformats.org/officeDocument/2006/relationships/slide" Target="/ppt/slides/slide15.xml" Id="Rb3f092f678bf4eee" /><Relationship Type="http://schemas.openxmlformats.org/officeDocument/2006/relationships/slide" Target="/ppt/slides/slide16.xml" Id="R2fe466743c004752" /><Relationship Type="http://schemas.openxmlformats.org/officeDocument/2006/relationships/slide" Target="/ppt/slides/slide17.xml" Id="R719a95e38f434c6d" /><Relationship Type="http://schemas.openxmlformats.org/officeDocument/2006/relationships/slide" Target="/ppt/slides/slide18.xml" Id="Re346160e20024ca2" /><Relationship Type="http://schemas.openxmlformats.org/officeDocument/2006/relationships/slide" Target="/ppt/slides/slide19.xml" Id="R84b3fe5624664050" /><Relationship Type="http://schemas.openxmlformats.org/officeDocument/2006/relationships/slide" Target="/ppt/slides/slide20.xml" Id="R8aa90fda7e16460e" /><Relationship Type="http://schemas.openxmlformats.org/officeDocument/2006/relationships/slide" Target="/ppt/slides/slide21.xml" Id="Ra7f111786c5b4a1d" /><Relationship Type="http://schemas.openxmlformats.org/officeDocument/2006/relationships/slide" Target="/ppt/slides/slide22.xml" Id="R99ebc5a5874c40d6" /><Relationship Type="http://schemas.openxmlformats.org/officeDocument/2006/relationships/slide" Target="/ppt/slides/slide23.xml" Id="R3c0cfa2194274d3c" /><Relationship Type="http://schemas.openxmlformats.org/officeDocument/2006/relationships/slide" Target="/ppt/slides/slide24.xml" Id="R9258612aaf6c4292" /><Relationship Type="http://schemas.openxmlformats.org/officeDocument/2006/relationships/slide" Target="/ppt/slides/slide25.xml" Id="Rc9b7b2452d82403a" /><Relationship Type="http://schemas.openxmlformats.org/officeDocument/2006/relationships/slide" Target="/ppt/slides/slide26.xml" Id="Rdee05bcceaa74e54" /><Relationship Type="http://schemas.openxmlformats.org/officeDocument/2006/relationships/slide" Target="/ppt/slides/slide27.xml" Id="Rfce0e0b3ab9845dd" /><Relationship Type="http://schemas.openxmlformats.org/officeDocument/2006/relationships/slide" Target="/ppt/slides/slide28.xml" Id="Rcfb6d8c084a844a5" /><Relationship Type="http://schemas.openxmlformats.org/officeDocument/2006/relationships/slide" Target="/ppt/slides/slide29.xml" Id="R00a9c34b4d424b08" /><Relationship Type="http://schemas.openxmlformats.org/officeDocument/2006/relationships/slide" Target="/ppt/slides/slide30.xml" Id="Rc791a9a05643439d" /><Relationship Type="http://schemas.openxmlformats.org/officeDocument/2006/relationships/slide" Target="/ppt/slides/slide31.xml" Id="R00bc704680594279" /><Relationship Type="http://schemas.openxmlformats.org/officeDocument/2006/relationships/slide" Target="/ppt/slides/slide32.xml" Id="Rf5a75a9c53c54eea" /><Relationship Type="http://schemas.openxmlformats.org/officeDocument/2006/relationships/slide" Target="/ppt/slides/slide33.xml" Id="R54eaec2083854121" /><Relationship Type="http://schemas.openxmlformats.org/officeDocument/2006/relationships/slide" Target="/ppt/slides/slide34.xml" Id="R9496cfeb9ca844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8b0796e6f9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05ff70ecd349cb" /><Relationship Type="http://schemas.openxmlformats.org/officeDocument/2006/relationships/notesMaster" Target="/ppt/notesMasters/notesMaster1.xml" Id="R10bac8e4d1ff40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cccded9b4f4a94" /><Relationship Type="http://schemas.openxmlformats.org/officeDocument/2006/relationships/notesMaster" Target="/ppt/notesMasters/notesMaster1.xml" Id="R39c8291498a145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4c404320c4ea8" /><Relationship Type="http://schemas.openxmlformats.org/officeDocument/2006/relationships/notesMaster" Target="/ppt/notesMasters/notesMaster1.xml" Id="Raa2ca49c453f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c406eef89644b2" /><Relationship Type="http://schemas.openxmlformats.org/officeDocument/2006/relationships/notesMaster" Target="/ppt/notesMasters/notesMaster1.xml" Id="R4f9d7b53e02f4a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e7525852404b47" /><Relationship Type="http://schemas.openxmlformats.org/officeDocument/2006/relationships/notesMaster" Target="/ppt/notesMasters/notesMaster1.xml" Id="R84da60b01b4e4a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7c1ad768db4c16" /><Relationship Type="http://schemas.openxmlformats.org/officeDocument/2006/relationships/notesMaster" Target="/ppt/notesMasters/notesMaster1.xml" Id="R116a49cc146e45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1fae2db0c44eca" /><Relationship Type="http://schemas.openxmlformats.org/officeDocument/2006/relationships/notesMaster" Target="/ppt/notesMasters/notesMaster1.xml" Id="Rd3dca2a630fa4d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e0a9dc7f714ab9" /><Relationship Type="http://schemas.openxmlformats.org/officeDocument/2006/relationships/notesMaster" Target="/ppt/notesMasters/notesMaster1.xml" Id="R74574fa018d649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93f69605a04ce3" /><Relationship Type="http://schemas.openxmlformats.org/officeDocument/2006/relationships/notesMaster" Target="/ppt/notesMasters/notesMaster1.xml" Id="Rbe4cdd6f46764c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cea55a5d624065" /><Relationship Type="http://schemas.openxmlformats.org/officeDocument/2006/relationships/notesMaster" Target="/ppt/notesMasters/notesMaster1.xml" Id="Rf1ea0e9d50b340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81b2886f40450c" /><Relationship Type="http://schemas.openxmlformats.org/officeDocument/2006/relationships/notesMaster" Target="/ppt/notesMasters/notesMaster1.xml" Id="R59f68978f86d45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c93644cc734c4d" /><Relationship Type="http://schemas.openxmlformats.org/officeDocument/2006/relationships/notesMaster" Target="/ppt/notesMasters/notesMaster1.xml" Id="R362fa049670e42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1028d4f840491d" /><Relationship Type="http://schemas.openxmlformats.org/officeDocument/2006/relationships/notesMaster" Target="/ppt/notesMasters/notesMaster1.xml" Id="Rbbb9e316640c41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7763bc48524c02" /><Relationship Type="http://schemas.openxmlformats.org/officeDocument/2006/relationships/notesMaster" Target="/ppt/notesMasters/notesMaster1.xml" Id="Rf3fabaf1588c4f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cd4663dae64d71" /><Relationship Type="http://schemas.openxmlformats.org/officeDocument/2006/relationships/notesMaster" Target="/ppt/notesMasters/notesMaster1.xml" Id="R0801e88f92a94c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41226e44a64038" /><Relationship Type="http://schemas.openxmlformats.org/officeDocument/2006/relationships/notesMaster" Target="/ppt/notesMasters/notesMaster1.xml" Id="Rdfa47016261b49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24665090e54812" /><Relationship Type="http://schemas.openxmlformats.org/officeDocument/2006/relationships/notesMaster" Target="/ppt/notesMasters/notesMaster1.xml" Id="Rb68ec6b9219845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bbb60b34824709" /><Relationship Type="http://schemas.openxmlformats.org/officeDocument/2006/relationships/notesMaster" Target="/ppt/notesMasters/notesMaster1.xml" Id="Rb8e57301009e47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0dec1d57644583" /><Relationship Type="http://schemas.openxmlformats.org/officeDocument/2006/relationships/notesMaster" Target="/ppt/notesMasters/notesMaster1.xml" Id="Rbf8159d7b91643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d7f5dece1b4726" /><Relationship Type="http://schemas.openxmlformats.org/officeDocument/2006/relationships/notesMaster" Target="/ppt/notesMasters/notesMaster1.xml" Id="Rb1c0368e6b4f4d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6c5a918a744c25" /><Relationship Type="http://schemas.openxmlformats.org/officeDocument/2006/relationships/notesMaster" Target="/ppt/notesMasters/notesMaster1.xml" Id="Rb8850039e31d45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f4aba1a9e8427f" /><Relationship Type="http://schemas.openxmlformats.org/officeDocument/2006/relationships/notesMaster" Target="/ppt/notesMasters/notesMaster1.xml" Id="R5ebce3e874904c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74c7f631344ccb" /><Relationship Type="http://schemas.openxmlformats.org/officeDocument/2006/relationships/notesMaster" Target="/ppt/notesMasters/notesMaster1.xml" Id="R85c901ad11644f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359e45eb7d4e92" /><Relationship Type="http://schemas.openxmlformats.org/officeDocument/2006/relationships/notesMaster" Target="/ppt/notesMasters/notesMaster1.xml" Id="R8d90ae2658434d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0474140fe24002" /><Relationship Type="http://schemas.openxmlformats.org/officeDocument/2006/relationships/notesMaster" Target="/ppt/notesMasters/notesMaster1.xml" Id="Rb28348d38b9043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de44a935674a97" /><Relationship Type="http://schemas.openxmlformats.org/officeDocument/2006/relationships/notesMaster" Target="/ppt/notesMasters/notesMaster1.xml" Id="R2c09abbd6705448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c173ee0193458e" /><Relationship Type="http://schemas.openxmlformats.org/officeDocument/2006/relationships/notesMaster" Target="/ppt/notesMasters/notesMaster1.xml" Id="Rb42e84ee930f488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454d93182a64f21" /><Relationship Type="http://schemas.openxmlformats.org/officeDocument/2006/relationships/notesMaster" Target="/ppt/notesMasters/notesMaster1.xml" Id="Rc6bb7900be064b4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09230616f374528" /><Relationship Type="http://schemas.openxmlformats.org/officeDocument/2006/relationships/notesMaster" Target="/ppt/notesMasters/notesMaster1.xml" Id="Ra6a129268c0347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975fa758e3649ba" /><Relationship Type="http://schemas.openxmlformats.org/officeDocument/2006/relationships/notesMaster" Target="/ppt/notesMasters/notesMaster1.xml" Id="R553631ef9645401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b47e03f8eb24e7a" /><Relationship Type="http://schemas.openxmlformats.org/officeDocument/2006/relationships/notesMaster" Target="/ppt/notesMasters/notesMaster1.xml" Id="R9cb3a3b6669a4f4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f237dc1dd814982" /><Relationship Type="http://schemas.openxmlformats.org/officeDocument/2006/relationships/notesMaster" Target="/ppt/notesMasters/notesMaster1.xml" Id="Rc1c88d6b246f4d3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a2675d0c8ab492e" /><Relationship Type="http://schemas.openxmlformats.org/officeDocument/2006/relationships/notesMaster" Target="/ppt/notesMasters/notesMaster1.xml" Id="Rfb31ee11a94448f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2cd8599d0394250" /><Relationship Type="http://schemas.openxmlformats.org/officeDocument/2006/relationships/notesMaster" Target="/ppt/notesMasters/notesMaster1.xml" Id="Rc0039554a5474f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09:00–09:45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MCP як домовленість про формат повідомлень. Клієнт спершу запитує список інструментів, потім викликає потрібний і отримує структурований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не виконує аналіз самостійно: рішення приймає Claude, а Python-функцію виконує наш сервер.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09:45–10:45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задає зрозумілий спосіб з’єднання різних пристроїв. MCP так само дає клієнту стандартний спосіб побачити та викликати інструменти сервера.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10:45–11:45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як модель обирає крок. Агентний цикл виконує послідовність кроків. Python-функції роблять конкретну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list_tables, describe_table,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11:45–13:00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13:00–14:15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Коли користувач питає «Що є в цій базі?», агент викликає list_tables. Для конкретного питання він читає структуру потрібних таблиць через describe_table. Лише після цього складає SELECT.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Саме описи таблиць, колонок і зв’язків дають моделі контекст про дані.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14:15–15:30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означає standard input / standard output, тобто стандартний вхід і вихід програми. Claude Desktop запускає Python-процес на цьому ж комп’ютері та обмінюється з ним повідомленнями напряму. Вебадреса й відкритий порт не потрібні.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хмарі сервер працює постійно. Клієнт звертається до нього через HTTP за адресою /mcp. MCP_TRANSPORT перемикає лише спосіб підключення.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реальних даних почніть із трьох речей.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Перша: окрема роль бази з мінімальними правами. Друга: автентифікація на публічному MCP, щоб сервер розумів, хто підключився. Третя: словник метрик із визначенням, формулою, фільтрами, джерелом даних і відповідальним.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Документація метрик потрібна і людям, і агенту. Без неї технічно правильний SQL може відповідати на інше бізнес-питання.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Деталі: docs/NEXT-STEPS.md, docs/DEPLOY.md, deploy/AUTH.md.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Сторінка матеріалів для учасників:</a:t>
            </a:r>
          </a:p>
          <a:p xmlns:a="http://schemas.openxmlformats.org/drawingml/2006/main">
            <a:r>
              <a:t>https://hannapylieva.notion.site/3de94835849480c58b37c95fd65fa978?source=copy_link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сторінці є репозиторій, місце для DATABASE_URL та інструкції встановлення Git, Python і Claude Desktop для Windows та macOS.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61473398f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2e4238a9fc4034" /><Relationship Type="http://schemas.openxmlformats.org/officeDocument/2006/relationships/slideLayout" Target="/ppt/slideLayouts/slideLayout1.xml" Id="R18ea11be258147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ea11be258147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ff69b47e4a08" /><Relationship Type="http://schemas.openxmlformats.org/officeDocument/2006/relationships/image" Target="/ppt/media/image.png" Id="Rfa06265ca7184c74" /><Relationship Type="http://schemas.openxmlformats.org/officeDocument/2006/relationships/image" Target="/ppt/media/image2.png" Id="R436bd9f43d724a7a" /><Relationship Type="http://schemas.openxmlformats.org/officeDocument/2006/relationships/notesSlide" Target="/ppt/notesSlides/notesSlide1.xml" Id="R67735a8596024c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2df2a9a5642f1" /><Relationship Type="http://schemas.openxmlformats.org/officeDocument/2006/relationships/notesSlide" Target="/ppt/notesSlides/notesSlide2.xml" Id="R8c75fa078a704f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185937c9a46fe" /><Relationship Type="http://schemas.openxmlformats.org/officeDocument/2006/relationships/notesSlide" Target="/ppt/notesSlides/notesSlide3.xml" Id="R70e536b6e01342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eccc01e804116" /><Relationship Type="http://schemas.openxmlformats.org/officeDocument/2006/relationships/notesSlide" Target="/ppt/notesSlides/notesSlide4.xml" Id="R094e9bef1f3242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19768c5a34aa8" /><Relationship Type="http://schemas.openxmlformats.org/officeDocument/2006/relationships/notesSlide" Target="/ppt/notesSlides/notesSlide5.xml" Id="R1c08867793a349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e58653adb4d08" /><Relationship Type="http://schemas.openxmlformats.org/officeDocument/2006/relationships/image" Target="/ppt/media/image3.png" Id="R5fb24e22feaa47e2" /><Relationship Type="http://schemas.openxmlformats.org/officeDocument/2006/relationships/image" Target="/ppt/media/image4.png" Id="Rd0302d37d217406e" /><Relationship Type="http://schemas.openxmlformats.org/officeDocument/2006/relationships/notesSlide" Target="/ppt/notesSlides/notesSlide6.xml" Id="R6a3189ffce4a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8eb6c286749b2" /><Relationship Type="http://schemas.openxmlformats.org/officeDocument/2006/relationships/image" Target="/ppt/media/image5.png" Id="R5bc9cce8f5464d7d" /><Relationship Type="http://schemas.openxmlformats.org/officeDocument/2006/relationships/notesSlide" Target="/ppt/notesSlides/notesSlide7.xml" Id="R665c0a510ea64b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00cf751834334" /><Relationship Type="http://schemas.openxmlformats.org/officeDocument/2006/relationships/image" Target="/ppt/media/image6.png" Id="Rab276c4ee05f4c4a" /><Relationship Type="http://schemas.openxmlformats.org/officeDocument/2006/relationships/image" Target="/ppt/media/image7.png" Id="Rc676b821b5824982" /><Relationship Type="http://schemas.openxmlformats.org/officeDocument/2006/relationships/notesSlide" Target="/ppt/notesSlides/notesSlide8.xml" Id="Ra4e862bf0ed540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63161c78847c5" /><Relationship Type="http://schemas.openxmlformats.org/officeDocument/2006/relationships/image" Target="/ppt/media/image8.png" Id="R93f55cfe47194212" /><Relationship Type="http://schemas.openxmlformats.org/officeDocument/2006/relationships/notesSlide" Target="/ppt/notesSlides/notesSlide9.xml" Id="Rc73e1b8dce5f4e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4724865f84b62" /><Relationship Type="http://schemas.openxmlformats.org/officeDocument/2006/relationships/image" Target="/ppt/media/image9.png" Id="R8c275f16c3c84ac1" /><Relationship Type="http://schemas.openxmlformats.org/officeDocument/2006/relationships/notesSlide" Target="/ppt/notesSlides/notesSlide10.xml" Id="R615296c63e3749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73c48e3341ae" /><Relationship Type="http://schemas.openxmlformats.org/officeDocument/2006/relationships/notesSlide" Target="/ppt/notesSlides/notesSlide11.xml" Id="Rc9e7d90c0e0f42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0a06d7d5f4f94" /><Relationship Type="http://schemas.openxmlformats.org/officeDocument/2006/relationships/notesSlide" Target="/ppt/notesSlides/notesSlide12.xml" Id="Rce4c7fe20f8d4b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f03cc890c42a6" /><Relationship Type="http://schemas.openxmlformats.org/officeDocument/2006/relationships/notesSlide" Target="/ppt/notesSlides/notesSlide13.xml" Id="R3630d4cbfd9247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1747e11014f3f" /><Relationship Type="http://schemas.openxmlformats.org/officeDocument/2006/relationships/notesSlide" Target="/ppt/notesSlides/notesSlide14.xml" Id="R643c6dcc2fbb48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596b8b7c6434e" /><Relationship Type="http://schemas.openxmlformats.org/officeDocument/2006/relationships/notesSlide" Target="/ppt/notesSlides/notesSlide15.xml" Id="Rce2cafb88eab4b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7b4df06f94c45" /><Relationship Type="http://schemas.openxmlformats.org/officeDocument/2006/relationships/notesSlide" Target="/ppt/notesSlides/notesSlide16.xml" Id="Ra8bf9f8f14614c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09960f8804be9" /><Relationship Type="http://schemas.openxmlformats.org/officeDocument/2006/relationships/notesSlide" Target="/ppt/notesSlides/notesSlide17.xml" Id="R25f8e9613cab48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fad6fdf654d91" /><Relationship Type="http://schemas.openxmlformats.org/officeDocument/2006/relationships/notesSlide" Target="/ppt/notesSlides/notesSlide18.xml" Id="R673e04a136e341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ae1b78d9747bb" /><Relationship Type="http://schemas.openxmlformats.org/officeDocument/2006/relationships/notesSlide" Target="/ppt/notesSlides/notesSlide19.xml" Id="Rb5839f1ea7ef44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24a1c2a714ecd" /><Relationship Type="http://schemas.openxmlformats.org/officeDocument/2006/relationships/notesSlide" Target="/ppt/notesSlides/notesSlide20.xml" Id="Ra76db7acc4404c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633e63c66454d" /><Relationship Type="http://schemas.openxmlformats.org/officeDocument/2006/relationships/notesSlide" Target="/ppt/notesSlides/notesSlide21.xml" Id="Rc8c5afe118c143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7b24784374903" /><Relationship Type="http://schemas.openxmlformats.org/officeDocument/2006/relationships/notesSlide" Target="/ppt/notesSlides/notesSlide22.xml" Id="R26f1941374b14e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b9ab278274738" /><Relationship Type="http://schemas.openxmlformats.org/officeDocument/2006/relationships/notesSlide" Target="/ppt/notesSlides/notesSlide23.xml" Id="R05a5e6be931b46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428ca7d094f77" /><Relationship Type="http://schemas.openxmlformats.org/officeDocument/2006/relationships/notesSlide" Target="/ppt/notesSlides/notesSlide24.xml" Id="Rca2ebaf065c140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26fb52bbe4d79" /><Relationship Type="http://schemas.openxmlformats.org/officeDocument/2006/relationships/notesSlide" Target="/ppt/notesSlides/notesSlide25.xml" Id="R0f4b9dbfac69482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d78ade0a24aa4" /><Relationship Type="http://schemas.openxmlformats.org/officeDocument/2006/relationships/notesSlide" Target="/ppt/notesSlides/notesSlide26.xml" Id="Red5eb6f0a7fd4a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80c00ac494e1c" /><Relationship Type="http://schemas.openxmlformats.org/officeDocument/2006/relationships/image" Target="/ppt/media/image10.png" Id="R07e3ffe9f10f420d" /><Relationship Type="http://schemas.openxmlformats.org/officeDocument/2006/relationships/notesSlide" Target="/ppt/notesSlides/notesSlide27.xml" Id="Rc3643a072eee41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1d1c446374e9a" /><Relationship Type="http://schemas.openxmlformats.org/officeDocument/2006/relationships/image" Target="/ppt/media/image11.png" Id="R4fdf0647065d46c8" /><Relationship Type="http://schemas.openxmlformats.org/officeDocument/2006/relationships/notesSlide" Target="/ppt/notesSlides/notesSlide28.xml" Id="R58dfeec392e44e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20b6093a14bb8" /><Relationship Type="http://schemas.openxmlformats.org/officeDocument/2006/relationships/notesSlide" Target="/ppt/notesSlides/notesSlide29.xml" Id="Re475bba89bbf4a0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3e83eb100458a" /><Relationship Type="http://schemas.openxmlformats.org/officeDocument/2006/relationships/notesSlide" Target="/ppt/notesSlides/notesSlide30.xml" Id="R8dfac5f2082144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883769b6f4015" /><Relationship Type="http://schemas.openxmlformats.org/officeDocument/2006/relationships/image" Target="/ppt/media/image12.png" Id="R4d41c72e631e46af" /><Relationship Type="http://schemas.openxmlformats.org/officeDocument/2006/relationships/image" Target="/ppt/media/image13.png" Id="R29053924c9a44e54" /><Relationship Type="http://schemas.openxmlformats.org/officeDocument/2006/relationships/image" Target="/ppt/media/image14.png" Id="R9169764091274c46" /><Relationship Type="http://schemas.openxmlformats.org/officeDocument/2006/relationships/image" Target="/ppt/media/image15.png" Id="R349d70b6f72f4525" /><Relationship Type="http://schemas.openxmlformats.org/officeDocument/2006/relationships/image" Target="/ppt/media/image16.png" Id="R4861a4f5fe634990" /><Relationship Type="http://schemas.openxmlformats.org/officeDocument/2006/relationships/notesSlide" Target="/ppt/notesSlides/notesSlide31.xml" Id="R266e7fc07d5e4ec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52fef9c8d43a7" /><Relationship Type="http://schemas.openxmlformats.org/officeDocument/2006/relationships/notesSlide" Target="/ppt/notesSlides/notesSlide32.xml" Id="R05c60ecc6fd645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7a94aa4f74829" /><Relationship Type="http://schemas.openxmlformats.org/officeDocument/2006/relationships/image" Target="/ppt/media/image17.png" Id="Re4438b404ee349d1" /><Relationship Type="http://schemas.openxmlformats.org/officeDocument/2006/relationships/notesSlide" Target="/ppt/notesSlides/notesSlide33.xml" Id="Ra5ee459b2e7d4e9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68fd2e47e48ee" /><Relationship Type="http://schemas.openxmlformats.org/officeDocument/2006/relationships/image" Target="/ppt/media/image18.png" Id="R3ca8c0a4314347a5" /><Relationship Type="http://schemas.openxmlformats.org/officeDocument/2006/relationships/image" Target="/ppt/media/image19.png" Id="Rd79ecd3929fa4d80" /><Relationship Type="http://schemas.openxmlformats.org/officeDocument/2006/relationships/notesSlide" Target="/ppt/notesSlides/notesSlide34.xml" Id="R4ed6b245083644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6265ca7184c7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bd9f43d724a7a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D52BE-DEBE-47D0-A093-E88AE35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9360A-EF8C-4341-88F5-E455B0CF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Будуємо аналітика даних як MCP для Claude</a:t>
            </a:r>
          </a:p>
        </p:txBody>
      </p:sp>
    </p:spTree>
    <p:extLst>
      <p:ext uri="{BB962C8B-B14F-4D97-AF65-F5344CB8AC3E}">
        <p14:creationId xmlns:p14="http://schemas.microsoft.com/office/powerpoint/2010/main" val="444214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99191-4170-4A51-82AA-3F4912A7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335D6-60B7-47D8-B2A4-F6E5050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0307A-C348-416D-B8EB-D3B59161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Протягом воркшопу ми пройдемо весь шлях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B7803-A645-4729-A9CE-2BF79CEA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2667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90DA1-1FE3-4464-AF00-09CC84B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Термінологія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BFDFD-3AFB-453B-927F-03FCBC02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209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9E068-7A99-4C98-8822-8BAD84D9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476500" cy="2667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E8F2B-D005-4B20-AA57-B811A2A2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76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9AFEF-2FFC-44D3-BC71-271ADA3E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95625"/>
            <a:ext cx="209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F040F-7E3F-4915-99A8-346AED4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476500" cy="2667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DE8BC-3EFB-46DA-BEE5-BC35FF2E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2E355-02DC-45AE-B025-D08CC089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95625"/>
            <a:ext cx="209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4EF15-A927-4480-BB27-2E693D8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2667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BEE38-5AD0-4F2B-B6CB-CA9F0330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10BAF-900F-4F16-8AD0-6EA52D3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09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14263-D8C0-4A55-B360-567C5277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Питання можна ставити по ходу</a:t>
            </a:r>
          </a:p>
        </p:txBody>
      </p:sp>
    </p:spTree>
    <p:extLst>
      <p:ext uri="{BB962C8B-B14F-4D97-AF65-F5344CB8AC3E}">
        <p14:creationId xmlns:p14="http://schemas.microsoft.com/office/powerpoint/2010/main" val="818137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A7A17-2656-4135-8D0C-42BA9432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69540-F7C3-41EE-8900-98119593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D2370-F0FE-4929-BF19-99A29B40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Звичайне питання стає перевіреною відповіддю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FE4A4-6BC9-4C9F-92DC-12906EFE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4A0DB-DFED-409C-A4C1-77080049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A19EA-0FC4-41D5-9E43-3F013506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D8074-6945-4141-96DF-E6D6C157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9EAC1-8C68-4006-98AE-E9599FD8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6E474-4E71-4395-9B47-BEEFC9A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714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11548-B4C5-4B40-8247-62699D84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77D90-EBD3-4BDA-9B2D-0C9EAF19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48200" y="27336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27336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61FB0-1B74-4CEA-AEE1-2B068BF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1480905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A3C83-1A93-44FD-9BB9-CEB94D77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0E1A3-7DA2-451F-8A4A-6E96FFDB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1FF97-934D-46D9-A414-1B3CFB13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ми будемо робити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93EE0-2F5F-4A63-9B93-CD77F92E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Підключимо Claude до PostgreSQL через MCP-сервер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A8562-FBCA-449B-9399-944134B5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4585A-FDB0-4F28-B6DE-4810D213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78FDD-EDF0-4B1F-B4EE-0235D2E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41DB6-2E6A-4A8D-9A5F-9CC73E5C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F8B60-51B8-4A83-9DB3-A9EC2F39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19824-5659-40EE-A3A3-D7312B1F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BDC96-EE2F-4F8B-8899-327124F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Сервер дає Claude п’ять дозволених функцій</a:t>
            </a:r>
          </a:p>
        </p:txBody>
      </p:sp>
    </p:spTree>
    <p:extLst>
      <p:ext uri="{BB962C8B-B14F-4D97-AF65-F5344CB8AC3E}">
        <p14:creationId xmlns:p14="http://schemas.microsoft.com/office/powerpoint/2010/main" val="1930550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4483CD-2BD9-4663-AF35-6E3B9EE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A797A-13FD-4AC5-8A49-7D908D47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FEF20-BEA6-43E5-A514-169F8970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 словник термінів на сьогодні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A05EF-D572-4279-B6B9-120F5A3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8D563-FE8C-4DA4-B934-6D7B5005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AAA07-2FA9-4587-9EA6-B493AA19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D435E-9685-4033-9B0A-02602E65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9B0D3-1FBA-427B-B228-D96BA1F9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E7408-858D-4FCB-863B-A8CC48F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A722A-9269-4850-A990-AFE2C0F9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24820-9105-48AB-8D21-C089FCA9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C5C7F-04CD-4EB5-8B04-787C0639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5496E-1DB1-4CA1-ACD7-9F41D56A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31DEC-D308-43C6-B0BF-0F1AD584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12657-CC0A-4ECF-9D46-DD388EE1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1A7BF-3B44-46E3-8183-E43A12FA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50611-51D0-46D7-A1B0-C6928025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78DEE-93F4-4F76-9885-FA92773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4A7CF-58E0-4B3A-96BD-7F8829B0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056DB-EB6B-4B04-8F91-531C9236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229F0-4515-43ED-B94D-79F129E5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C3754-7FEE-4082-A5DC-B8B26FFB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AF8A8-0129-44FE-AB8E-B24464EB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48987-05E2-4CFC-8496-EC2CF99B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8BA32-652E-4B83-9567-33C2BDBA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975468-F7FF-458D-9BFE-A41E9C89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7C656-B212-4D82-8AAE-B55F22D3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B3AF8-9724-4731-8EDA-A85BF805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0F12FA-651E-4033-9CA4-98365045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2F6DA-F288-4749-8877-6FC01CE3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52FD4B-2656-448C-876D-B124EE40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32DD3-E07F-43FE-BF5C-F1A01958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процес розгортання сервісу, щоб він був доступний іншим користувачам</a:t>
            </a:r>
          </a:p>
        </p:txBody>
      </p:sp>
    </p:spTree>
    <p:extLst>
      <p:ext uri="{BB962C8B-B14F-4D97-AF65-F5344CB8AC3E}">
        <p14:creationId xmlns:p14="http://schemas.microsoft.com/office/powerpoint/2010/main" val="1805970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37967-5DFF-44AA-AD6A-7B6C92F5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4A147-7167-45EF-A0F2-BAA92476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1A504-E5E8-4272-970F-84714C1D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— репозиторій онлайн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E4844-B8E7-4CAC-BB41-76A9B16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BF370-3BAC-4A65-9455-D367EB8C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24e22feaa47e2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02d37d217406e"/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1C71D-7F8C-44AA-9714-8FACB3B7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7B7EE-7764-42CE-905C-0B88EC66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FF37F-7962-4D70-9277-2D63A719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7359C-809E-4CD0-95CC-80245170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D5BB4-9B74-4724-9142-AA916018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31993-25EC-4A96-8E37-21FE3B63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FE12D-6B44-4C6D-91C4-4A7C316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882850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30733-B44C-4F95-BE26-51A0EAA4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A92D9-82CE-47BE-8115-64F05DAA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A1165-40DC-4742-B715-59C4D526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9cce8f5464d7d"/>
          <a:stretch xmlns:a="http://schemas.openxmlformats.org/drawingml/2006/main"/>
        </p:blipFill>
        <p:spPr>
          <a:xfrm xmlns:a="http://schemas.openxmlformats.org/drawingml/2006/main">
            <a:off x="1047750" y="17145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9E553-9F85-4AAE-8890-637F48E1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3E62C-1775-427D-87F6-FE345C31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B440F-B880-4571-8BB5-71AF42AD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8DD74-882A-4A96-A9EA-9420C87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74050-928F-497B-B4DE-D9324F5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0BA9-E105-4449-BB09-7B396CE9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B3EEF-7893-47E2-9239-94B7E1FB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1F06F-9FFE-4823-B1F9-5BB44A0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B4E08-E2B7-41ED-A46D-F3E741F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1446091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C0222-29B9-4986-A6E6-C600E520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63D23-644E-492F-9799-A43051BB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EAAD3-9E63-44BE-B618-FF200783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28D9F-0221-4435-8667-6DDB4D24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18393-CC4D-4801-9E80-739AD9A9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76c4ee05f4c4a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6b821b5824982"/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0FC07-3ADB-48A4-925F-438ABD50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5BC8B-6250-4FC6-B541-4580DD5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9209A-0F79-454D-B3BE-66D7E9BB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6F363-28F6-46B8-948D-E6595686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3F64F-5939-43FA-B783-AC9A4C40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1033004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5BFEA-A130-4B5D-A6E9-2010AF5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FB437-529C-4646-B1DA-C75C597F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7EBAD-EABB-4200-BFA8-35DF9DBD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задає формат повідомлень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55cfe47194212"/>
          <a:stretch xmlns:a="http://schemas.openxmlformats.org/drawingml/2006/main"/>
        </p:blipFill>
        <p:spPr>
          <a:xfrm xmlns:a="http://schemas.openxmlformats.org/drawingml/2006/main">
            <a:off x="781050" y="19526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F4DC2-4513-4F69-A47C-599C849B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A33E4-BF37-4B58-87E0-6DF99664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tools/list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4B853-C592-4579-AC56-8E1D2BBB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які інструменти доступні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79A42-8045-45C9-9E42-DD84FF68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E3ED5-F639-478C-B2C5-12547AA1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tools/call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F0D76-7D91-41B4-BC6C-B04BC6BE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який інструмент викликати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88D91-E6D7-4920-8109-0E9F422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B4FA7-D471-4922-B338-AB4E12C4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429AF-FF67-4909-97B9-992CE95F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повернув сервер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59EFA-4AA2-4E37-A4E3-0520C6C7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Claude аналізує. Сервер виконує функцію. MCP переносить повідомлення</a:t>
            </a:r>
          </a:p>
        </p:txBody>
      </p:sp>
    </p:spTree>
    <p:extLst>
      <p:ext uri="{BB962C8B-B14F-4D97-AF65-F5344CB8AC3E}">
        <p14:creationId xmlns:p14="http://schemas.microsoft.com/office/powerpoint/2010/main" val="577841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FE0F6-611C-40DD-9A87-98A83D1E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AD076-EABF-4779-A052-B7E958AE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6EE3E-35B1-48C2-B049-60CCFEA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з’єднує Claude з інструментами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75f16c3c84ac1"/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46E65-C045-41C1-B3D0-7953B697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B0654-36E8-4829-931F-4CCCF25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D8185-A213-4F55-BC2B-F91ED597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5EEDA-8543-4A18-97E8-F941AD7D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A7976-639D-4527-BB1C-C52B664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DE9FB-6A18-413A-AEBC-EE3DBAD4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A8732-B6B4-4E70-9D2D-E65616F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5180C-7C2A-421B-9511-F853DC7E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18026508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15A2C-27D4-472B-BAF7-75018305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0F4F3-B119-4BF4-91DF-1B060397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BF79C-AD18-4449-A5BC-2A51B3A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C8406-9EC7-4A82-8D88-91E15A8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5E268-8FA1-45B8-B803-47058690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A909B-0C04-4F34-8FCE-A3BC0AD2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49AA3-70D3-4882-8A19-ADFA36B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E4B90-B42A-4A86-9CC2-CFCA848B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7C3B3-5333-41FD-8C3A-3674FD14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F91AB-A524-43B2-9E98-B395C269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BF9CE-7AB4-48EC-9108-B40461DE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B6455-410D-40F3-808A-2995CC07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1B169-A33C-4302-B72F-764846BE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5EA5D-8D64-4329-ADA5-12877A30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31467-FE97-4B68-A05E-8683C22F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747C1-9BBD-496D-811A-B50458B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D26D8-8E64-47EF-B9C6-B9A4646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91199-543B-486F-A6E3-727BAB1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BC7A1-C837-4D04-A150-290AA949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653189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5E4E0-08A2-4CE3-84E3-E2DC57CD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1CD4A-BE3B-4326-A62A-16D3241E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44A19-5E15-49D1-9E00-2662537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до даних проходить через MCP-сервер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13239-2225-4E60-94F8-1ECF03A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E2652-3C97-41AC-9BDA-63048B18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ABD18-8BA3-46F7-B65F-85AE5281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1C23E-4093-43B7-BC4D-9E8F52B2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5E489-3407-4508-B2BA-D0D90DA6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031B0-7F37-4C72-99F7-464C6879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33820-756D-4E7F-A7AB-BE1913FC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45CC2-3C9E-482E-8689-E79BDE73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564AC-B9BF-4C60-B7DB-3B84F07C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61C75-9DEC-4310-B0AD-AE267050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9E9AB-F091-4B92-8F00-A6841AEC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D2197-0D0D-4FA0-8A17-4791F4F7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283F7-3359-4356-8D9A-E31A7DA4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140C8-DA3C-46F2-B451-6DD349A3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1787890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7BD1E8-880A-4AF0-8588-D43253EA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8B780-534B-4919-84CD-1D29E7E3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2F4B7-C0C4-460C-BC74-8EC4A50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агент дізнається, що є в базі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5BDD3-E2ED-4FAA-B4A5-C6C05357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2D405-7AD8-4D4E-A0B1-0938F109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E73CF-630F-4CE2-A44F-C5D86E2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57B77-CF8D-41F2-9685-35169A12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46200-8511-4CA2-AECB-F5A40479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отримує назви й описи таблиць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64B2C-FFC8-4B1A-B2FA-8644A53D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2E660-9D1F-44F9-B810-0F96839C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DD0F1-4382-4C7A-9E41-DEB1D80C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7F802-4CE1-4EE2-8484-157A7D62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7693D-CBC2-4353-ABD5-76E4664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читає колонки, типи, зв’язки й коментарі</a:t>
            </a:r>
          </a:p>
        </p:txBody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05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94827-588A-4863-B336-64929D75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E84C0-CA4A-4572-A9FD-D077A44B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8EA4F-A823-4302-8E43-5F80797E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84CBE-690D-4DA2-8023-8830357F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80CCD-1E00-4E07-A00C-4BB2370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обирає потрібні таблиці та поля</a:t>
            </a:r>
          </a:p>
        </p:txBody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7626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B6301-DBD7-49A1-9A3D-DC9CDE05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C55F2-5963-4AB0-B412-F5771BF2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4B265-A089-426B-A6EC-B33BCDC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495BC-7E5F-48D1-AF7A-CD3A265C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24C0D-47FB-4E44-8937-203811A3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складає і виконує SELECT</a:t>
            </a:r>
          </a:p>
        </p:txBody>
      </p: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20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F81A32-18F8-4E3D-85C3-9CE86E0C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Спочатку агент читає схему, потім складає SQL</a:t>
            </a:r>
          </a:p>
        </p:txBody>
      </p:sp>
    </p:spTree>
    <p:extLst>
      <p:ext uri="{BB962C8B-B14F-4D97-AF65-F5344CB8AC3E}">
        <p14:creationId xmlns:p14="http://schemas.microsoft.com/office/powerpoint/2010/main" val="19111683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64CC2-18D7-4DAB-AB08-E769246F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4F0D0-A46D-4F24-86D0-D2FC6C6A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8DB6F-C8AF-4CF8-ABEF-63C0B047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442CC-1FD0-4A27-90AD-2510A54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31E86-5913-4E0B-A864-05A80038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49320-F7D3-4CE3-9E8B-354156F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AFAA6-9472-4BC8-952F-70880888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9A04D-C5CD-4119-9876-654228F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54D09-9191-462E-B632-67EE1E5E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A7E5D-DFF1-46ED-995D-4C0083B2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60BEA-5B0C-44FC-BAE0-81157A44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A531A-623B-41AB-AB8A-7A57CF7E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D4564-D79C-4AFF-82C1-BFA90C9F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34B0D-D527-45B2-A84A-17129152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2D971-2C38-4C78-807B-28B2B8D2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EFDA1-653C-42D1-82CD-A4F0ED98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1DFE0-FD7C-40F8-B81C-DA0606D7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A252D-6FEC-470D-9418-332E50BF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B241D-5BC0-47E3-A249-5975FF3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3FC52-F6AB-411B-9F6A-5F9748CF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DCE4C-A9DA-430E-A08C-E603E938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F53FB-860D-42F3-A908-5E846832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04651-5705-45D7-896D-1D24DB03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C1CD0F-E4B6-4F77-BB9F-6D4AD606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0AFCC-E842-41D4-B25A-F6260A7F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17FB4-3DC2-455A-9B2C-0D2CB2F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B68B87-7CDA-42BE-974C-596F685D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5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78D14A-6F27-4B31-8AB7-499C93F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6384118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E26DA-6C2D-453A-A6A1-7CFD3A8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1D8A3-0184-4639-85F7-8393C482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5DC8D-0C68-4938-B103-8D7D3CD8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інструментів: від схеми до прогнозу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F7815-9D5C-4521-BBC2-53134796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8CBC9-C936-44B1-A85A-4A88AE3B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00157-A0F8-4A65-B298-9D9DF1DF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FD0F6-0E73-448F-B95E-7EAF345F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33C1F-92DB-4EA7-82C1-49331F50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FD89A-A4A3-4CB3-A264-D47E2449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55008-F2FD-401F-A4D3-3194C848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02690-7851-4757-A961-1E22D97F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2CFAF-5AE4-4058-B8EC-F5D75766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A8CA5-ECFF-4C78-859E-2CF4F49D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01327-B312-4108-87E7-90CC5ED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B931A-8312-4EB6-8259-B65DB65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C6863-AD11-47F1-8502-F8715C20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EAE83-2DAE-4503-8196-E4D29D5E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77E4D-FD47-4871-9BBA-35D6A913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28AD9-8F70-40B6-A0B1-CA98CC26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8FC07-031D-4F34-AD18-EB1A4F1E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AC2FC-7AE1-4A28-99D0-1F6BCA41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A9FF6-77DC-4805-87E3-BF72954D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9D060-6A0A-4216-9281-1C4FD979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D23A2-53FB-4E35-B7C2-6599790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DF2F8-470F-411E-B544-7D2F7296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A7E44-B2C5-4F60-936E-D553580E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3D213-0D47-4808-8669-9542F742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97508-8A28-450D-88CB-B75D6F0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23D87-FCEA-4786-8DF1-FA066D2D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137176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7F0E2-56D5-4C04-A02B-26A8825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2FCA7-EF33-41A2-92E8-985229D9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EDE14-DD0D-45E8-AC02-9FE7A558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у Python пояснює моделі, коли викликати інструмент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99442-0EB0-40B5-AF53-24DF94E3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999BC-F848-4483-A1C9-32EB7DE7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500F7-CD61-4176-9BF4-A9543AC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D653D-0948-4527-94E6-B5AB3BCD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787F1-08BA-4ED8-BB82-C637885A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09093-B7F8-49BF-B34D-63889D90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7CD27-CEE3-414A-B84B-0AC9CA0C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3954489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7EAB7-78F8-40E5-9CB4-130F797F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6AA34-3703-4A79-A86B-E6552AB8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01F1F-34E6-4F3C-82EA-E65E836A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F45C3-A85A-4E41-A66F-FD6B6EE7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75BD4-9FA4-48C5-B5EF-5EE55107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5912A-4D4E-4AF0-B846-04D408C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9B47E-DB3F-4F58-83EA-E314448D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5018E-C4E7-4B46-8FA1-0F619870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03935-5847-4027-B69A-5457A8E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329D8-5242-435A-8C2B-C6632037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3998039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D3BEE-55E6-47AA-B10C-574EB6FF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32ACC-506F-4403-8245-FD8E3933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DCB99-25DA-482C-984F-3AAE04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DEDF0-435B-4D80-BFB2-1CA9BA80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8BB9F-FE8B-4D98-AC89-59F803A6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D47FE-44F0-4508-940F-E898F856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DC271-6EAE-461B-941C-48108756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3684E-0E44-4E5E-A767-FE761DC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1E592-A288-4449-94CE-B81AE4A9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1D325-F392-4558-9331-34679AA6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61D4F-DCA9-4B89-A323-08F50C2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EEF8D-46E6-4EDF-BC65-6325D63E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BC947-F8AD-4A67-918E-839ADA78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E044D-DE9E-4060-B73D-4AF2E0E2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3C031-B8E8-4676-B73E-2122C1B5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37015-B7DB-4BBE-8F4A-F35D0BB2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13369355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9B052-6963-4B21-A8F0-1E6E838E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D4DE8-B309-46F2-AA11-29EC3542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EAB5C-D996-4046-86A6-4CFCDBAC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CC66C-23FB-45E5-8539-F3B60220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B6C45-FD33-4300-8D08-5CD272EF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62E9C-FBB9-46A8-92FA-4EE8FEDA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F90DC-DCC3-49D9-9DF8-D76AD83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F42D2-8EA1-4D54-B385-CF5CF87C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27A89-41B2-424D-B46A-0FBD57EA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6BC79-5689-4767-89C5-26EB1C8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E0C78-7265-44BD-9475-D942C69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1A322-A06B-4E5A-93DE-8A83CC16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9E8CF-0B52-4465-981E-EDC78E5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4518B-8C8F-4558-82B6-E44D9FD0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40938-B4F9-4ABF-842E-2F45F082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18024592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34BFD-1DB7-4D83-BB98-09FC482C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7868-159B-4CD5-A975-F81C0052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F1398-D49B-46ED-A716-307FFD4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9626A-7454-44F4-8DC9-F91508C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09F16-4C2F-4A17-B2DB-BD923F16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338C3-3451-4FB7-B627-28794B1E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812C1-A679-4475-8B8F-1784A2DF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5488A-4573-4EB6-ABDD-3C7F2A9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B1E1E-3DAA-416A-AE96-F9B65715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51C03-5E70-4485-9BE4-ABA59984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AC66D-F298-4050-9BB4-AF41A1E5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175E9-E19F-432D-AB59-84FC2278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5FF10-6D1C-4507-A82E-56DDA1B3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26111-2CD0-4ADA-953B-D4385FD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DF807-F045-4EEE-8C67-B0AFBCAC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E35E1-6F55-4DAA-9B8D-54F55BF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139182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279E8-DAEC-48BF-BD1B-28E34CB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008E1-1096-4B58-9C69-F416F201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A7E4E-D008-49FA-83F2-D96A6123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AC6FB-AEF1-496E-9661-0D5EC498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71A34-CC1B-4D77-9A3C-5E45ADE4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7BFA9-D2B1-4E02-9A0F-D10AD52A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B6201-6750-4CBC-9A4C-5DDFAAB0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EE179-9467-4EF3-9F84-B725120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CDFAD-A69E-4AA0-8F0B-1C3E24B0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DADCD-22CA-43DD-ACED-9C09E844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2CEA1-325F-4217-B591-8FA718C8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48316-97E7-477C-B438-FF803544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58C2D-C52A-427B-AA55-0BA20331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C9892-4D5F-4973-913C-C9F85E80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76AF3-3BBE-4177-9918-B781FA58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EA841-545D-4939-B48D-F521E5B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16241390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957B5-BF33-4E35-A0AA-F154C704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0BE8C-823C-4BA2-B4D1-DFF9757E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0FFA6-8F77-4B61-9177-5EE99D60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B07C8-AD3F-4CDB-A0EA-0CED8A52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355FB-856E-4114-9C80-CBEE8143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2D8FC-B7B8-4078-ACEE-77CEADBA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7CD47-B8A7-4FC9-BC81-8D92B84E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A38D-872E-408C-8AE7-7D0187AC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E3155-4AA1-4D3F-BD28-FB602566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6CD4A-E327-4460-8E90-1FC8A651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8F718-4E82-4092-89CE-CC9AFC69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75F88-EAD6-4032-9811-E54FA150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21273019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40EA1-7741-41F0-8B3A-984F75C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1AA44-0EEC-423E-AF83-840212AE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1E9B0-639F-4837-A21C-8BB9023A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до першого локального запиту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A8A59-BDDB-4F45-A2E0-6E9D8268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FC13D-5E2D-48D5-BABB-590EFAE8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74DFD-2946-4685-B919-C0E5BCD9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B5B6B-386E-4D14-9F1E-5452818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55E5F-3BC2-48D8-9AF7-71F3AEB2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0EA92-2A08-460F-AD52-277C41E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0DCAA-E73F-4521-BE67-C8175A1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02F0F-D3BC-482A-9826-7B110180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47356-E102-4DAD-A0CE-2955646D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3D4F9-27DF-47DF-9528-47466E69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B0D5A-E334-49AF-A32C-FD4BA9A7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15752-C59C-4B62-A558-7F5879BA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A8D63-339F-4A8E-B0F7-06F0CB92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A8459-6996-4B8D-833A-1B296A90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27298-0B4D-42BA-AC93-D8ECB68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4C921-E899-4775-9C01-17A8DFFD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DD498-1357-4422-9BA8-58265E3B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3BD54-0146-41D2-AABD-E5959B55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3FBAF-0149-4D9F-83E0-3B1B8CA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C7C4E-D8A8-4C23-BC5B-E38149FE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ED5A1-0A96-4A8D-839A-D2AA568F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6446191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3B9D0-C78B-4251-BB99-39561E42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FFBD5-DCF4-4196-92A9-15C85171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8342F-1700-4013-85D1-1046748E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829F2-1DDE-42F7-8021-A6E7A46C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B85D3-DF18-48C4-9F7D-FEC5829F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42E49-E524-493A-9C9D-E9377F26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BA286-3616-4685-8C4B-A1E9887F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A4B29-A821-4D5B-8547-26B6625F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927D4-FBB6-413F-98D7-C0323FA2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69327-87AF-4D67-9534-98B1CA9F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03B83-22EC-4711-B0FB-722D0FF4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16562074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25029-9FBB-4000-B78F-BA1217FD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6DD2F-FCBF-49A0-962C-B41E83C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ECCD1-2B33-4988-BF7B-BAE97B55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C48D1-E3ED-4DB4-A1B4-00B5E047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06850-2A2C-49D8-A32D-E2D27954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A9546-24C9-44F9-8D15-C0DA44F8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010AC-1339-4140-9D8A-A57E1A78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B3BEC-0140-4DA9-952A-4D81A268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1C1C8-E6C2-446B-B881-4CA94099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193D8-F56C-4C23-86C9-72B8955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C6B47-A67B-43FC-85FB-BBFD3FFA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5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8680-93D4-4E77-9E96-4E553F00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EA41B-2F98-49EC-8446-D8F5A6C0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38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EF23D-670F-4100-8E0F-8F588426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BCE00-754C-4411-B145-B60FAE7E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C5BE1-4C27-4E05-B02B-47A7CABA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8CDB4-460F-4AD5-9986-880C9B4C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15164263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591FA-3A3F-45B1-9A09-497FC312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2FEBE-F056-4BE8-82B3-201D1AAF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85ADA-73B9-418E-936C-C6A06F55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 залишає місця для спільного коду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957C2-55B2-48DC-BF1E-CD8CAB2E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4195F-AE41-4BFE-ADAD-E48A6849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B8B11-2252-4ECF-8A8B-7468593F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D5631-35FF-43CC-8D36-B2D72F42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847F8-F2DD-41D4-8F73-91094E0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3C67F-1E1F-4710-A1C2-9FA42B8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32A78-BDA0-4991-BFE4-52B6CD2C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BD48F-44ED-40AD-9587-DAC60A64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2962B-872C-4FB4-8AF8-C97052B6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BEB44-535A-4A00-8D00-FF410352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C4371-10A3-468A-B98E-5FD7B604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14768007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B6BD8-92CC-41EF-88B2-F17E89BB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FEBC4-2D30-4F5E-A413-80964CCE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22BC9-1D94-4D85-B769-5D670534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— автоматичний чеклист очікувань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3ffe9f10f420d"/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5701D-B8C4-4808-A073-C49DBA95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E47C2-79BE-4394-A013-BD5CD37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E803E-9E02-48AB-A3F1-14C48B2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213AA-9EA0-4275-B5B8-8FD62172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5C4F0-4373-4AD8-A246-1FE5B96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3026E-05D2-416B-8ECC-401D830C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C3715-7547-4188-A73D-30D1DA1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2D81F-B20D-4EBF-AA36-4641F43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50FD0-BC97-4B0C-B920-F7FCB998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DB1CF-E7D1-4AB3-8155-9B610AD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30045-D4DD-49D1-8F2F-141E95EE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08FCF-57A5-4D23-9194-65631DA8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A9797-983D-4EF0-ADC8-D294832D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3C972-6B0F-464C-8732-E7825F0C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7192904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641C6-292D-471D-9DD8-79D43529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84DE0-697F-47A4-983E-A7331167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B2B19-06EF-4B2A-A793-D96C23D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дає сигнал ризику, рішення лишається за людиною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f0647065d46c8"/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D3255-3C1F-4DF8-9298-2B287F76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EB011-DEB7-4A5E-BEC4-F58C9B5D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E9506-ACF3-4A2F-8E3A-BD581CA4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31DB3-CD46-45E0-A956-35BDC45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93765-B8F0-4808-BADF-6F0FF8B8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CA5A8-3ACD-47E2-97F8-918D7E5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E1982-C7AE-40D9-A827-86729FEE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3E69C-B8C2-4CD4-99D2-13343670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A69C8-4AC6-4B64-AF21-576F6664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08336-EA99-482C-9ECF-40BB4425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6D5CE-51D8-4359-AE7F-D9A779D0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17186409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58436-543B-456E-879B-D0A9DF07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43E45-C5A8-459C-9DA1-65D7661B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4DA54-0B85-4151-AB0F-3E131D92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 й надіслати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7DE49-9813-4F3D-AF46-DC3EC12D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118DE-2D5A-4B70-8750-2E092F27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37D28-43D2-4889-AE6D-D6CCB1FB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2BF1A-A717-4F87-A5EE-E9A2F359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4FA16-FDB9-4C58-B852-59A56DEA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82AE6-66BB-4E66-9F7C-9A877D15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4BC9C-7109-4443-96CA-431686A7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C73FB-F03D-4D55-B355-22E73391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8E5E9-B156-4E96-940E-06354E2C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BB95B-29EC-4E8A-B63E-2BB6B875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6262650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A5670-0231-44B0-8FE9-8728BEDE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D1F27-EEBA-4FAA-B8A9-D5BFEA8D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E3030-4504-4E48-A0D2-E10EDFC9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Claude запускає сервер, у хмарі приходить за URL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8203C-4739-4EBD-8695-46EF25EF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94542-4538-41D8-A8EC-901A5650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CF8A2-311B-462B-80F0-DAECC149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E553F-E374-417F-8CCB-813D52FF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стандартний вхід і вихід програми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запускає Python-сервер на цьому ж комп’ютері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814BE-0C0A-4A15-82A1-13D784D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FA41A-F9ED-4D8A-98A0-1193D0F4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7B1BC-3C4B-47AA-ADAD-9230EFC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F875B-F696-41A4-8669-0E643792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сервер уже працює в Railway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підключається за адресою https://…/mcp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FAE43-853D-4707-8EDC-404F8DBC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Код інструментів той самий. Змінюється спосіб підключення</a:t>
            </a:r>
          </a:p>
        </p:txBody>
      </p:sp>
    </p:spTree>
    <p:extLst>
      <p:ext uri="{BB962C8B-B14F-4D97-AF65-F5344CB8AC3E}">
        <p14:creationId xmlns:p14="http://schemas.microsoft.com/office/powerpoint/2010/main" val="17658568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2DD93-F476-44A5-AE98-D981D5E2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C5775-456F-4E24-8F68-5FBAD185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D4FF3-3CA7-4AB1-8809-B24B4421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 дає MCP-адресу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E7758-BA14-4D04-84B6-6691E1DA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1c72e631e46af"/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AE4D9-55D7-49B0-8FED-1D875D01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BB911-D471-410B-AD2F-72673B0F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28600-ADF2-40D8-9C84-107E9CD1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53924c9a44e54"/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713A5-0DAE-4CBA-99FB-911F565C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6EF34-81A8-49C1-9449-44E339F0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C49A2-6072-4113-B38E-6857ECCB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9764091274c46"/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1A9BF-92DB-4FC4-A2FA-479C77E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4D2DA-53D9-4C00-A574-7601B2F6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511CB-1F2D-45BD-8DB7-E259D68C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d70b6f72f4525"/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8EB78-EC1F-4146-A098-66D11101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49F1C-38A3-4FF5-9683-196DE0CC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EE410-32A4-4A53-B16C-314D0344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1a4f5fe634990"/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24A09-1119-4CDF-BBAE-56991988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2" name=""/>
          <p:cNvCxnSpPr>
            <a:stCxn xmlns:a="http://schemas.openxmlformats.org/drawingml/2006/main" id="13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596470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B94715-1A43-4327-98B6-1AB356F1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E7F03-1322-45D7-ABAF-FC4FCAB4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9D77C-1888-4372-8F02-E7AB1927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D2C66-79CE-4D5C-ADB4-F4988CE0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EE1E7-BA4D-49F2-9AD8-F41157DF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7E50B-F9CD-4643-A883-70EC549A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AFAF4-20C4-4077-9358-D4D8D3CA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CF263-E847-49A3-A33E-B81F1D2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54460-E2BF-4A11-BAEE-982E4CE0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6DF81-0451-4728-B0E0-A4888BF4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8EE05-AE7D-48C4-85A5-89E26F7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97D78-C829-4973-ABB5-C6CDD616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64E69-C87C-4DCB-8039-03610DDB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98A20-B2D0-426D-A244-0634CB18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TRANSPORT=http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B9519-2A10-4936-8F3C-5CEFD9E7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D2DEE-229C-430A-917A-1AF963E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A2085-62D1-4190-8046-11D6BCA1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08B20-656C-4D76-84CB-C5228B1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BB531-4554-4938-9E10-5D4223D9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9C6DF-6A0B-4C9C-B10D-4CD42F91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5BF90-7456-4AD1-BCB5-0F072A4C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1DA7A-607A-486A-B69F-2278C3FC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E6078-08E1-4827-93C2-48ED1751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6AE52-B206-43C5-84F3-0E72E263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98E5A-3C62-4848-8A76-5AEBCCE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4E48C-7332-4CB3-9E93-E322FD4C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7FB7E-EB5F-48FA-9357-450901B6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6FECFE-1456-4FAD-BB50-05ADB816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16B23-1E23-4C78-B23A-520FB0C2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AB3EFF-F5AE-4ECB-9EF5-D4DFE9E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714524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12052-7660-4621-ADE2-F0BB14BA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1166-AADD-40EC-916A-DBB6733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38b404ee349d1"/>
          <a:stretch xmlns:a="http://schemas.openxmlformats.org/drawingml/2006/main"/>
        </p:blipFill>
        <p:spPr>
          <a:xfrm xmlns:a="http://schemas.openxmlformats.org/drawingml/2006/main">
            <a:off x="9239250" y="313536"/>
            <a:ext cx="2095500" cy="45877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3123B-F487-4F34-A9EC-D73450D1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 роботою з реальними даними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7B170-1DB2-4CDC-8DD7-0AC8BB74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812CE-5C7A-4C56-B20C-3DCC99B2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26A66-66B9-474B-BD6C-994C2793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ролей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559F4-288C-4FB7-B840-E45C451D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окрема read-only роль і мінімально потрібний доступ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3B2DE-7EB1-434F-B9B2-F984339D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876AB-33FB-42B3-BB0B-38FA4159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BB54D-386A-4EF0-AC34-CC01CB27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Автентифікація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E6E0C-0D84-46E0-9915-F6A0779A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перевіряє, хто може викликати інструменти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7C9B6-A2D1-4182-82FF-511E949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67000-A6B7-4216-B1AE-5B7D5A3E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8C3D0-AE4B-4D70-9248-4D127F79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Документація метрик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17B36-B539-45FB-B944-DA8FF6A3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визначення, формула, фільтри, джерело та відповідальний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32FE1-9E7E-4816-88FF-CE08CCA3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Без опису метрик агент може правильно порахувати не ту цифру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969EE-0C9C-40C1-99CA-ABF34AB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19789092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7D180-D7DA-49C3-A857-3F098D3F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CA527-CDBB-4E38-970A-6989049B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8c0a4314347a5"/>
          <a:stretch xmlns:a="http://schemas.openxmlformats.org/drawingml/2006/main"/>
        </p:blipFill>
        <p:spPr>
          <a:xfrm xmlns:a="http://schemas.openxmlformats.org/drawingml/2006/main">
            <a:off x="685800" y="428090"/>
            <a:ext cx="2571750" cy="56304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ECAC0-ECF8-4B04-98EA-D086D940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619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Матеріали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воркшопу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49BC1-5E56-4399-BB0A-65841AC6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Репозиторій, доступ до навчальної бази та інструкції для Windows і macOS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B7BA0-CBDA-40CD-A5AC-59DAA49E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381625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11430">
            <a:solidFill>
              <a:srgbClr val="D6F1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6B73E-8915-41B2-A74B-AC66DEC5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924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База доступна до 24 вересня 2026 включно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95E49-57DF-43AA-9CB8-A688CB03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286250" cy="428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ecd3929fa4d80"/>
          <a:stretch xmlns:a="http://schemas.openxmlformats.org/drawingml/2006/main"/>
        </p:blipFill>
        <p:spPr>
          <a:xfrm xmlns:a="http://schemas.openxmlformats.org/drawingml/2006/main">
            <a:off x="7429500" y="104775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D240A-B157-45B8-B50E-518DCF4A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Відскануйте камерою телефона</a:t>
            </a:r>
          </a:p>
        </p:txBody>
      </p:sp>
    </p:spTree>
    <p:extLst>
      <p:ext uri="{BB962C8B-B14F-4D97-AF65-F5344CB8AC3E}">
        <p14:creationId xmlns:p14="http://schemas.microsoft.com/office/powerpoint/2010/main" val="1249532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2026-09-17T13:44:11.8600000Z</dcterms:created>
  <dcterms:modified xsi:type="dcterms:W3CDTF">2026-09-17T13:44:11.8600000Z</dcterms:modified>
</coreProperties>
</file>