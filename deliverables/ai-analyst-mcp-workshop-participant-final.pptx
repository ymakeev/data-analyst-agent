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5475a1a9d4973" /><Relationship Type="http://schemas.openxmlformats.org/officeDocument/2006/relationships/extended-properties" Target="/docProps/app.xml" Id="R93e77b3c0375461c" /><Relationship Type="http://schemas.openxmlformats.org/officeDocument/2006/relationships/officeDocument" Target="/ppt/presentation.xml" Id="R948eece7ca72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22dc6866784dea"/>
  </p:sldMasterIdLst>
  <p:notesMasterIdLst>
    <p:notesMasterId xmlns:r="http://schemas.openxmlformats.org/officeDocument/2006/relationships" r:id="Ra7b5d7649f1e4578"/>
  </p:notesMasterIdLst>
  <p:sldIdLst>
    <p:sldId xmlns:r="http://schemas.openxmlformats.org/officeDocument/2006/relationships" id="256" r:id="R429f4ce0e1da40c1"/>
    <p:sldId xmlns:r="http://schemas.openxmlformats.org/officeDocument/2006/relationships" id="257" r:id="R4ad5a4e4bba84e54"/>
    <p:sldId xmlns:r="http://schemas.openxmlformats.org/officeDocument/2006/relationships" id="258" r:id="Rfa52d8c258c14478"/>
    <p:sldId xmlns:r="http://schemas.openxmlformats.org/officeDocument/2006/relationships" id="259" r:id="R80da8907d24a435b"/>
    <p:sldId xmlns:r="http://schemas.openxmlformats.org/officeDocument/2006/relationships" id="260" r:id="Rb2bd5711ac1642fc"/>
    <p:sldId xmlns:r="http://schemas.openxmlformats.org/officeDocument/2006/relationships" id="261" r:id="Re053b8dcd3ab4b5b"/>
    <p:sldId xmlns:r="http://schemas.openxmlformats.org/officeDocument/2006/relationships" id="262" r:id="R3a6d1d6961104138"/>
    <p:sldId xmlns:r="http://schemas.openxmlformats.org/officeDocument/2006/relationships" id="263" r:id="R05a5ed4da431440d"/>
    <p:sldId xmlns:r="http://schemas.openxmlformats.org/officeDocument/2006/relationships" id="264" r:id="Rc94d7094eecd4755"/>
    <p:sldId xmlns:r="http://schemas.openxmlformats.org/officeDocument/2006/relationships" id="265" r:id="Rc9af3cf98a6e4110"/>
    <p:sldId xmlns:r="http://schemas.openxmlformats.org/officeDocument/2006/relationships" id="266" r:id="R09a343b4252b4e55"/>
    <p:sldId xmlns:r="http://schemas.openxmlformats.org/officeDocument/2006/relationships" id="267" r:id="R6a9513c8fb8248a0"/>
    <p:sldId xmlns:r="http://schemas.openxmlformats.org/officeDocument/2006/relationships" id="268" r:id="R7c085182501d4686"/>
    <p:sldId xmlns:r="http://schemas.openxmlformats.org/officeDocument/2006/relationships" id="269" r:id="R934746a800344654"/>
    <p:sldId xmlns:r="http://schemas.openxmlformats.org/officeDocument/2006/relationships" id="270" r:id="Ra9b21adca7f048b8"/>
    <p:sldId xmlns:r="http://schemas.openxmlformats.org/officeDocument/2006/relationships" id="271" r:id="Rb89454d8c3b34350"/>
    <p:sldId xmlns:r="http://schemas.openxmlformats.org/officeDocument/2006/relationships" id="272" r:id="Rf7fba1b1acad4971"/>
    <p:sldId xmlns:r="http://schemas.openxmlformats.org/officeDocument/2006/relationships" id="273" r:id="Rf301ee2d02454fe0"/>
    <p:sldId xmlns:r="http://schemas.openxmlformats.org/officeDocument/2006/relationships" id="274" r:id="Rb421a39ff5644300"/>
    <p:sldId xmlns:r="http://schemas.openxmlformats.org/officeDocument/2006/relationships" id="275" r:id="Ra692da60856647e3"/>
    <p:sldId xmlns:r="http://schemas.openxmlformats.org/officeDocument/2006/relationships" id="276" r:id="Rd50d8fff8d154c49"/>
    <p:sldId xmlns:r="http://schemas.openxmlformats.org/officeDocument/2006/relationships" id="277" r:id="Raaee22ae7ac24a3f"/>
    <p:sldId xmlns:r="http://schemas.openxmlformats.org/officeDocument/2006/relationships" id="278" r:id="R7897d2f2e9c94b32"/>
    <p:sldId xmlns:r="http://schemas.openxmlformats.org/officeDocument/2006/relationships" id="279" r:id="Rf8c8a8275dbe44ba"/>
    <p:sldId xmlns:r="http://schemas.openxmlformats.org/officeDocument/2006/relationships" id="280" r:id="Rc600f3ac7db14536"/>
    <p:sldId xmlns:r="http://schemas.openxmlformats.org/officeDocument/2006/relationships" id="281" r:id="R6d76406a11274e98"/>
    <p:sldId xmlns:r="http://schemas.openxmlformats.org/officeDocument/2006/relationships" id="282" r:id="R7435c2648c804497"/>
    <p:sldId xmlns:r="http://schemas.openxmlformats.org/officeDocument/2006/relationships" id="283" r:id="Rd6444a8894424595"/>
    <p:sldId xmlns:r="http://schemas.openxmlformats.org/officeDocument/2006/relationships" id="284" r:id="Rae06fb6eead1487e"/>
    <p:sldId xmlns:r="http://schemas.openxmlformats.org/officeDocument/2006/relationships" id="285" r:id="R8c5bfb8b69fa4c48"/>
    <p:sldId xmlns:r="http://schemas.openxmlformats.org/officeDocument/2006/relationships" id="286" r:id="R8f083c37c9304969"/>
    <p:sldId xmlns:r="http://schemas.openxmlformats.org/officeDocument/2006/relationships" id="287" r:id="Ra259a6f58eeb43d2"/>
    <p:sldId xmlns:r="http://schemas.openxmlformats.org/officeDocument/2006/relationships" id="288" r:id="Rc9eeff7041b44543"/>
    <p:sldId xmlns:r="http://schemas.openxmlformats.org/officeDocument/2006/relationships" id="289" r:id="R0dce683d657d4b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3e0454d9e940e4" /><Relationship Type="http://schemas.openxmlformats.org/officeDocument/2006/relationships/slideMaster" Target="/ppt/slideMasters/slideMaster1.xml" Id="Rdc22dc6866784dea" /><Relationship Type="http://schemas.openxmlformats.org/officeDocument/2006/relationships/notesMaster" Target="/ppt/notesMasters/notesMaster1.xml" Id="Ra7b5d7649f1e4578" /><Relationship Type="http://schemas.openxmlformats.org/officeDocument/2006/relationships/presProps" Target="/ppt/presProps.xml" Id="R6bad2b79ad68418f" /><Relationship Type="http://schemas.openxmlformats.org/officeDocument/2006/relationships/tableStyles" Target="/ppt/tableStyles.xml" Id="R80292ef643bc4d86" /><Relationship Type="http://schemas.openxmlformats.org/officeDocument/2006/relationships/slide" Target="/ppt/slides/slide1.xml" Id="R429f4ce0e1da40c1" /><Relationship Type="http://schemas.openxmlformats.org/officeDocument/2006/relationships/slide" Target="/ppt/slides/slide2.xml" Id="R4ad5a4e4bba84e54" /><Relationship Type="http://schemas.openxmlformats.org/officeDocument/2006/relationships/slide" Target="/ppt/slides/slide3.xml" Id="Rfa52d8c258c14478" /><Relationship Type="http://schemas.openxmlformats.org/officeDocument/2006/relationships/slide" Target="/ppt/slides/slide4.xml" Id="R80da8907d24a435b" /><Relationship Type="http://schemas.openxmlformats.org/officeDocument/2006/relationships/slide" Target="/ppt/slides/slide5.xml" Id="Rb2bd5711ac1642fc" /><Relationship Type="http://schemas.openxmlformats.org/officeDocument/2006/relationships/slide" Target="/ppt/slides/slide6.xml" Id="Re053b8dcd3ab4b5b" /><Relationship Type="http://schemas.openxmlformats.org/officeDocument/2006/relationships/slide" Target="/ppt/slides/slide7.xml" Id="R3a6d1d6961104138" /><Relationship Type="http://schemas.openxmlformats.org/officeDocument/2006/relationships/slide" Target="/ppt/slides/slide8.xml" Id="R05a5ed4da431440d" /><Relationship Type="http://schemas.openxmlformats.org/officeDocument/2006/relationships/slide" Target="/ppt/slides/slide9.xml" Id="Rc94d7094eecd4755" /><Relationship Type="http://schemas.openxmlformats.org/officeDocument/2006/relationships/slide" Target="/ppt/slides/slide10.xml" Id="Rc9af3cf98a6e4110" /><Relationship Type="http://schemas.openxmlformats.org/officeDocument/2006/relationships/slide" Target="/ppt/slides/slide11.xml" Id="R09a343b4252b4e55" /><Relationship Type="http://schemas.openxmlformats.org/officeDocument/2006/relationships/slide" Target="/ppt/slides/slide12.xml" Id="R6a9513c8fb8248a0" /><Relationship Type="http://schemas.openxmlformats.org/officeDocument/2006/relationships/slide" Target="/ppt/slides/slide13.xml" Id="R7c085182501d4686" /><Relationship Type="http://schemas.openxmlformats.org/officeDocument/2006/relationships/slide" Target="/ppt/slides/slide14.xml" Id="R934746a800344654" /><Relationship Type="http://schemas.openxmlformats.org/officeDocument/2006/relationships/slide" Target="/ppt/slides/slide15.xml" Id="Ra9b21adca7f048b8" /><Relationship Type="http://schemas.openxmlformats.org/officeDocument/2006/relationships/slide" Target="/ppt/slides/slide16.xml" Id="Rb89454d8c3b34350" /><Relationship Type="http://schemas.openxmlformats.org/officeDocument/2006/relationships/slide" Target="/ppt/slides/slide17.xml" Id="Rf7fba1b1acad4971" /><Relationship Type="http://schemas.openxmlformats.org/officeDocument/2006/relationships/slide" Target="/ppt/slides/slide18.xml" Id="Rf301ee2d02454fe0" /><Relationship Type="http://schemas.openxmlformats.org/officeDocument/2006/relationships/slide" Target="/ppt/slides/slide19.xml" Id="Rb421a39ff5644300" /><Relationship Type="http://schemas.openxmlformats.org/officeDocument/2006/relationships/slide" Target="/ppt/slides/slide20.xml" Id="Ra692da60856647e3" /><Relationship Type="http://schemas.openxmlformats.org/officeDocument/2006/relationships/slide" Target="/ppt/slides/slide21.xml" Id="Rd50d8fff8d154c49" /><Relationship Type="http://schemas.openxmlformats.org/officeDocument/2006/relationships/slide" Target="/ppt/slides/slide22.xml" Id="Raaee22ae7ac24a3f" /><Relationship Type="http://schemas.openxmlformats.org/officeDocument/2006/relationships/slide" Target="/ppt/slides/slide23.xml" Id="R7897d2f2e9c94b32" /><Relationship Type="http://schemas.openxmlformats.org/officeDocument/2006/relationships/slide" Target="/ppt/slides/slide24.xml" Id="Rf8c8a8275dbe44ba" /><Relationship Type="http://schemas.openxmlformats.org/officeDocument/2006/relationships/slide" Target="/ppt/slides/slide25.xml" Id="Rc600f3ac7db14536" /><Relationship Type="http://schemas.openxmlformats.org/officeDocument/2006/relationships/slide" Target="/ppt/slides/slide26.xml" Id="R6d76406a11274e98" /><Relationship Type="http://schemas.openxmlformats.org/officeDocument/2006/relationships/slide" Target="/ppt/slides/slide27.xml" Id="R7435c2648c804497" /><Relationship Type="http://schemas.openxmlformats.org/officeDocument/2006/relationships/slide" Target="/ppt/slides/slide28.xml" Id="Rd6444a8894424595" /><Relationship Type="http://schemas.openxmlformats.org/officeDocument/2006/relationships/slide" Target="/ppt/slides/slide29.xml" Id="Rae06fb6eead1487e" /><Relationship Type="http://schemas.openxmlformats.org/officeDocument/2006/relationships/slide" Target="/ppt/slides/slide30.xml" Id="R8c5bfb8b69fa4c48" /><Relationship Type="http://schemas.openxmlformats.org/officeDocument/2006/relationships/slide" Target="/ppt/slides/slide31.xml" Id="R8f083c37c9304969" /><Relationship Type="http://schemas.openxmlformats.org/officeDocument/2006/relationships/slide" Target="/ppt/slides/slide32.xml" Id="Ra259a6f58eeb43d2" /><Relationship Type="http://schemas.openxmlformats.org/officeDocument/2006/relationships/slide" Target="/ppt/slides/slide33.xml" Id="Rc9eeff7041b44543" /><Relationship Type="http://schemas.openxmlformats.org/officeDocument/2006/relationships/slide" Target="/ppt/slides/slide34.xml" Id="R0dce683d657d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11227c38564e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6edd54afd4871" /><Relationship Type="http://schemas.openxmlformats.org/officeDocument/2006/relationships/notesMaster" Target="/ppt/notesMasters/notesMaster1.xml" Id="R7308fe50505745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6b209a0ee8436d" /><Relationship Type="http://schemas.openxmlformats.org/officeDocument/2006/relationships/notesMaster" Target="/ppt/notesMasters/notesMaster1.xml" Id="R1d2bd94942c745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2a6b6945d349db" /><Relationship Type="http://schemas.openxmlformats.org/officeDocument/2006/relationships/notesMaster" Target="/ppt/notesMasters/notesMaster1.xml" Id="R6287fe89c932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1557c68984efd" /><Relationship Type="http://schemas.openxmlformats.org/officeDocument/2006/relationships/notesMaster" Target="/ppt/notesMasters/notesMaster1.xml" Id="R755cd3cf8a704d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0b3baeb7e4679" /><Relationship Type="http://schemas.openxmlformats.org/officeDocument/2006/relationships/notesMaster" Target="/ppt/notesMasters/notesMaster1.xml" Id="Rb07dc27a6e2646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68613f4d614992" /><Relationship Type="http://schemas.openxmlformats.org/officeDocument/2006/relationships/notesMaster" Target="/ppt/notesMasters/notesMaster1.xml" Id="R817b63114a3e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dfd2e97871449c" /><Relationship Type="http://schemas.openxmlformats.org/officeDocument/2006/relationships/notesMaster" Target="/ppt/notesMasters/notesMaster1.xml" Id="R65d3c67498574c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8dc3904ecf4789" /><Relationship Type="http://schemas.openxmlformats.org/officeDocument/2006/relationships/notesMaster" Target="/ppt/notesMasters/notesMaster1.xml" Id="R9defab16d3fe46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413e6ade084673" /><Relationship Type="http://schemas.openxmlformats.org/officeDocument/2006/relationships/notesMaster" Target="/ppt/notesMasters/notesMaster1.xml" Id="R9d5e30d2778b4b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6bae6b65954479" /><Relationship Type="http://schemas.openxmlformats.org/officeDocument/2006/relationships/notesMaster" Target="/ppt/notesMasters/notesMaster1.xml" Id="R6cc76c165db244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23e15fdf114ae9" /><Relationship Type="http://schemas.openxmlformats.org/officeDocument/2006/relationships/notesMaster" Target="/ppt/notesMasters/notesMaster1.xml" Id="R9dd2cc84098543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23ccd6fa044f7d" /><Relationship Type="http://schemas.openxmlformats.org/officeDocument/2006/relationships/notesMaster" Target="/ppt/notesMasters/notesMaster1.xml" Id="R111ffb6fc3e141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5d46c7171d4399" /><Relationship Type="http://schemas.openxmlformats.org/officeDocument/2006/relationships/notesMaster" Target="/ppt/notesMasters/notesMaster1.xml" Id="R4c220a18ed9e45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6e6a7367e14917" /><Relationship Type="http://schemas.openxmlformats.org/officeDocument/2006/relationships/notesMaster" Target="/ppt/notesMasters/notesMaster1.xml" Id="R7e1a9dcefe7348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7859fa90144d37" /><Relationship Type="http://schemas.openxmlformats.org/officeDocument/2006/relationships/notesMaster" Target="/ppt/notesMasters/notesMaster1.xml" Id="Rc6ec860461f24b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a6ec603a464aa4" /><Relationship Type="http://schemas.openxmlformats.org/officeDocument/2006/relationships/notesMaster" Target="/ppt/notesMasters/notesMaster1.xml" Id="R0f53a6e018ac4c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5bb9c9a5ed44eb" /><Relationship Type="http://schemas.openxmlformats.org/officeDocument/2006/relationships/notesMaster" Target="/ppt/notesMasters/notesMaster1.xml" Id="R02db711e2f164e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8b765925e04f39" /><Relationship Type="http://schemas.openxmlformats.org/officeDocument/2006/relationships/notesMaster" Target="/ppt/notesMasters/notesMaster1.xml" Id="R200166fab6f841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e7cbb830ba4eb8" /><Relationship Type="http://schemas.openxmlformats.org/officeDocument/2006/relationships/notesMaster" Target="/ppt/notesMasters/notesMaster1.xml" Id="Rf2d1a59679e241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1ff0c4c3914485" /><Relationship Type="http://schemas.openxmlformats.org/officeDocument/2006/relationships/notesMaster" Target="/ppt/notesMasters/notesMaster1.xml" Id="Rc1b4a7182daf47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601b61fa28400e" /><Relationship Type="http://schemas.openxmlformats.org/officeDocument/2006/relationships/notesMaster" Target="/ppt/notesMasters/notesMaster1.xml" Id="R71db4e7207e247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1afc5abdae490c" /><Relationship Type="http://schemas.openxmlformats.org/officeDocument/2006/relationships/notesMaster" Target="/ppt/notesMasters/notesMaster1.xml" Id="Rd632448ee1f94f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31342467f54af9" /><Relationship Type="http://schemas.openxmlformats.org/officeDocument/2006/relationships/notesMaster" Target="/ppt/notesMasters/notesMaster1.xml" Id="Rebb70845211c44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048fce65414f93" /><Relationship Type="http://schemas.openxmlformats.org/officeDocument/2006/relationships/notesMaster" Target="/ppt/notesMasters/notesMaster1.xml" Id="R241fb79396a34b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0d7d93a87a4db3" /><Relationship Type="http://schemas.openxmlformats.org/officeDocument/2006/relationships/notesMaster" Target="/ppt/notesMasters/notesMaster1.xml" Id="Re459daa8f24948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6839e7d4a64a59" /><Relationship Type="http://schemas.openxmlformats.org/officeDocument/2006/relationships/notesMaster" Target="/ppt/notesMasters/notesMaster1.xml" Id="R462c49647ac444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5bb7f724df43d3" /><Relationship Type="http://schemas.openxmlformats.org/officeDocument/2006/relationships/notesMaster" Target="/ppt/notesMasters/notesMaster1.xml" Id="Ra34e3e327ad24c0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082fce19e64d1c" /><Relationship Type="http://schemas.openxmlformats.org/officeDocument/2006/relationships/notesMaster" Target="/ppt/notesMasters/notesMaster1.xml" Id="R3462f72fdaf0491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b496ce54bf94956" /><Relationship Type="http://schemas.openxmlformats.org/officeDocument/2006/relationships/notesMaster" Target="/ppt/notesMasters/notesMaster1.xml" Id="R661b09d6a31d420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0df37cbd1443ec" /><Relationship Type="http://schemas.openxmlformats.org/officeDocument/2006/relationships/notesMaster" Target="/ppt/notesMasters/notesMaster1.xml" Id="Rec66e8f0972b4e2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5ee82232c14076" /><Relationship Type="http://schemas.openxmlformats.org/officeDocument/2006/relationships/notesMaster" Target="/ppt/notesMasters/notesMaster1.xml" Id="Re7c6be15ae9d4b0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6cdf335928a496b" /><Relationship Type="http://schemas.openxmlformats.org/officeDocument/2006/relationships/notesMaster" Target="/ppt/notesMasters/notesMaster1.xml" Id="Rcd0f8459f39e4f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d50de5cab0647de" /><Relationship Type="http://schemas.openxmlformats.org/officeDocument/2006/relationships/notesMaster" Target="/ppt/notesMasters/notesMaster1.xml" Id="R087db3df2ba747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135b8938ec14fea" /><Relationship Type="http://schemas.openxmlformats.org/officeDocument/2006/relationships/notesMaster" Target="/ppt/notesMasters/notesMaster1.xml" Id="Rf8bb8046e9ae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09:00–09:45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MCP як домовленість про формат повідомлень. Клієнт спершу запитує список інструментів, потім викликає потрібний і отримує структурований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не виконує аналіз самостійно: рішення приймає Claude, а Python-функцію виконує наш сервер.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09:45–10:45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задає зрозумілий спосіб з’єднання різних пристроїв. MCP так само дає клієнту стандартний спосіб побачити та викликати інструменти сервера.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10:45–11:45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як модель обирає крок. Агентний цикл виконує послідовність кроків. Python-функції роблять конкретну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list_tables, describe_table,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11:45–13:00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13:00–14:15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Коли користувач питає «Що є в цій базі?», агент викликає list_tables. Для конкретного питання він читає структуру потрібних таблиць через describe_table. Лише після цього складає SELECT.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Саме описи таблиць, колонок і зв’язків дають моделі контекст про дані.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14:15–15:30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означає standard input / standard output, тобто стандартний вхід і вихід програми. Claude Desktop запускає Python-процес на цьому ж комп’ютері та обмінюється з ним повідомленнями напряму. Вебадреса й відкритий порт не потрібні.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хмарі сервер працює постійно. Клієнт звертається до нього через HTTP за адресою /mcp. MCP_TRANSPORT перемикає лише спосіб підключення.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реальних даних почніть із трьох речей.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Перша: окрема роль бази з мінімальними правами. Друга: автентифікація на публічному MCP, щоб сервер розумів, хто підключився. Третя: словник метрик із визначенням, формулою, фільтрами, джерелом даних і відповідальним.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Документація метрик потрібна і людям, і агенту. Без неї технічно правильний SQL може відповідати на інше бізнес-питання.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Деталі: docs/NEXT-STEPS.md, docs/DEPLOY.md, deploy/AUTH.md.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Сторінка матеріалів для учасників:</a:t>
            </a:r>
          </a:p>
          <a:p xmlns:a="http://schemas.openxmlformats.org/drawingml/2006/main">
            <a:r>
              <a:t>https://hannapylieva.notion.site/3de94835849480c58b37c95fd65fa978?source=copy_link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сторінці є репозиторій, місце для DATABASE_URL та інструкції встановлення Git, Python і Claude Desktop для Windows та macOS.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fc25df9464c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f67a97be2943a2" /><Relationship Type="http://schemas.openxmlformats.org/officeDocument/2006/relationships/slideLayout" Target="/ppt/slideLayouts/slideLayout1.xml" Id="R4608cb4b792740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08cb4b792740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6aac743b041da" /><Relationship Type="http://schemas.openxmlformats.org/officeDocument/2006/relationships/image" Target="/ppt/media/image.png" Id="Rc8c54eee671043c6" /><Relationship Type="http://schemas.openxmlformats.org/officeDocument/2006/relationships/image" Target="/ppt/media/image2.png" Id="R5366b2d996b848fd" /><Relationship Type="http://schemas.openxmlformats.org/officeDocument/2006/relationships/notesSlide" Target="/ppt/notesSlides/notesSlide1.xml" Id="R69218ee2081642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1acdc6e8d4ab1" /><Relationship Type="http://schemas.openxmlformats.org/officeDocument/2006/relationships/notesSlide" Target="/ppt/notesSlides/notesSlide2.xml" Id="Rb914a91acf9547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d2efabd8b47c3" /><Relationship Type="http://schemas.openxmlformats.org/officeDocument/2006/relationships/notesSlide" Target="/ppt/notesSlides/notesSlide3.xml" Id="Rccbc7c3f7235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be07e298143a4" /><Relationship Type="http://schemas.openxmlformats.org/officeDocument/2006/relationships/notesSlide" Target="/ppt/notesSlides/notesSlide4.xml" Id="R546f19f8bc4944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f5462edf3421f" /><Relationship Type="http://schemas.openxmlformats.org/officeDocument/2006/relationships/notesSlide" Target="/ppt/notesSlides/notesSlide5.xml" Id="R14a14d5e19cd4e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a02ddfab3454c" /><Relationship Type="http://schemas.openxmlformats.org/officeDocument/2006/relationships/image" Target="/ppt/media/image3.png" Id="R12b3ea46d9304706" /><Relationship Type="http://schemas.openxmlformats.org/officeDocument/2006/relationships/image" Target="/ppt/media/image4.png" Id="R200e13a79371499b" /><Relationship Type="http://schemas.openxmlformats.org/officeDocument/2006/relationships/notesSlide" Target="/ppt/notesSlides/notesSlide6.xml" Id="R44e347466fc2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4207aff7a4707" /><Relationship Type="http://schemas.openxmlformats.org/officeDocument/2006/relationships/image" Target="/ppt/media/image5.png" Id="R3e2fb33c0232432d" /><Relationship Type="http://schemas.openxmlformats.org/officeDocument/2006/relationships/notesSlide" Target="/ppt/notesSlides/notesSlide7.xml" Id="Rb66cd62612cd48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4d210a19d494c" /><Relationship Type="http://schemas.openxmlformats.org/officeDocument/2006/relationships/image" Target="/ppt/media/image6.png" Id="R9c0427419a314c0d" /><Relationship Type="http://schemas.openxmlformats.org/officeDocument/2006/relationships/image" Target="/ppt/media/image7.png" Id="Rcbafbf6029294986" /><Relationship Type="http://schemas.openxmlformats.org/officeDocument/2006/relationships/notesSlide" Target="/ppt/notesSlides/notesSlide8.xml" Id="R9c52758e1a424e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ad19ef6bb4f8c" /><Relationship Type="http://schemas.openxmlformats.org/officeDocument/2006/relationships/image" Target="/ppt/media/image8.png" Id="R8b3d25420e2e47d5" /><Relationship Type="http://schemas.openxmlformats.org/officeDocument/2006/relationships/notesSlide" Target="/ppt/notesSlides/notesSlide9.xml" Id="R5467aaa1c80848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0cb73225c47f2" /><Relationship Type="http://schemas.openxmlformats.org/officeDocument/2006/relationships/image" Target="/ppt/media/image9.png" Id="R4cdbe102ab29470d" /><Relationship Type="http://schemas.openxmlformats.org/officeDocument/2006/relationships/notesSlide" Target="/ppt/notesSlides/notesSlide10.xml" Id="Ra4eeb0c258c040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2d0150fdd44c6" /><Relationship Type="http://schemas.openxmlformats.org/officeDocument/2006/relationships/notesSlide" Target="/ppt/notesSlides/notesSlide11.xml" Id="R14a21efa18c14d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7a952477346f0" /><Relationship Type="http://schemas.openxmlformats.org/officeDocument/2006/relationships/notesSlide" Target="/ppt/notesSlides/notesSlide12.xml" Id="Rdc86220e8f9440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08b85b5f046cb" /><Relationship Type="http://schemas.openxmlformats.org/officeDocument/2006/relationships/notesSlide" Target="/ppt/notesSlides/notesSlide13.xml" Id="R8cfd9c2947c847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2c6f803b54bd4" /><Relationship Type="http://schemas.openxmlformats.org/officeDocument/2006/relationships/notesSlide" Target="/ppt/notesSlides/notesSlide14.xml" Id="R299c6f707a5545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0dd84e40d434b" /><Relationship Type="http://schemas.openxmlformats.org/officeDocument/2006/relationships/notesSlide" Target="/ppt/notesSlides/notesSlide15.xml" Id="R94427dbe106642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e00138ca94947" /><Relationship Type="http://schemas.openxmlformats.org/officeDocument/2006/relationships/notesSlide" Target="/ppt/notesSlides/notesSlide16.xml" Id="Ra676271009b944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531a0487841e2" /><Relationship Type="http://schemas.openxmlformats.org/officeDocument/2006/relationships/notesSlide" Target="/ppt/notesSlides/notesSlide17.xml" Id="Re9ac17ca8f7347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546e07c9b4da9" /><Relationship Type="http://schemas.openxmlformats.org/officeDocument/2006/relationships/notesSlide" Target="/ppt/notesSlides/notesSlide18.xml" Id="R2961dffef4d741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cbf395eaa4048" /><Relationship Type="http://schemas.openxmlformats.org/officeDocument/2006/relationships/notesSlide" Target="/ppt/notesSlides/notesSlide19.xml" Id="Re1ce00159df24e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204a8390e4549" /><Relationship Type="http://schemas.openxmlformats.org/officeDocument/2006/relationships/notesSlide" Target="/ppt/notesSlides/notesSlide20.xml" Id="R2ef7f90ffec94c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b66f6cd7f4464" /><Relationship Type="http://schemas.openxmlformats.org/officeDocument/2006/relationships/notesSlide" Target="/ppt/notesSlides/notesSlide21.xml" Id="R252d33b190a441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cedaaab0b49ba" /><Relationship Type="http://schemas.openxmlformats.org/officeDocument/2006/relationships/notesSlide" Target="/ppt/notesSlides/notesSlide22.xml" Id="Rbb37cd4e786e42e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03cd0eba4cc5" /><Relationship Type="http://schemas.openxmlformats.org/officeDocument/2006/relationships/notesSlide" Target="/ppt/notesSlides/notesSlide23.xml" Id="R2d74f558b0e344c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74d8bf1a344dd" /><Relationship Type="http://schemas.openxmlformats.org/officeDocument/2006/relationships/notesSlide" Target="/ppt/notesSlides/notesSlide24.xml" Id="R5dc73a01ef574e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dd96457e342c4" /><Relationship Type="http://schemas.openxmlformats.org/officeDocument/2006/relationships/notesSlide" Target="/ppt/notesSlides/notesSlide25.xml" Id="Rb1f65f3d941143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7d01b2cf44274" /><Relationship Type="http://schemas.openxmlformats.org/officeDocument/2006/relationships/notesSlide" Target="/ppt/notesSlides/notesSlide26.xml" Id="Rc156fb4da2144e7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b3b6cf21b420c" /><Relationship Type="http://schemas.openxmlformats.org/officeDocument/2006/relationships/image" Target="/ppt/media/image10.png" Id="R304967260c8445d7" /><Relationship Type="http://schemas.openxmlformats.org/officeDocument/2006/relationships/notesSlide" Target="/ppt/notesSlides/notesSlide27.xml" Id="R33d2cc44b26642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1947809114893" /><Relationship Type="http://schemas.openxmlformats.org/officeDocument/2006/relationships/image" Target="/ppt/media/image11.png" Id="Rdd9e59795cee4bd6" /><Relationship Type="http://schemas.openxmlformats.org/officeDocument/2006/relationships/notesSlide" Target="/ppt/notesSlides/notesSlide28.xml" Id="Rcf434cd2130b476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202e880b7449c" /><Relationship Type="http://schemas.openxmlformats.org/officeDocument/2006/relationships/notesSlide" Target="/ppt/notesSlides/notesSlide29.xml" Id="Rce1badb914c04b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d8ae479f84630" /><Relationship Type="http://schemas.openxmlformats.org/officeDocument/2006/relationships/notesSlide" Target="/ppt/notesSlides/notesSlide30.xml" Id="Rfd880a1d5b7f4f0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5f15e8a0f4af1" /><Relationship Type="http://schemas.openxmlformats.org/officeDocument/2006/relationships/image" Target="/ppt/media/image12.png" Id="Re6344edacbbf4350" /><Relationship Type="http://schemas.openxmlformats.org/officeDocument/2006/relationships/image" Target="/ppt/media/image13.png" Id="R129d8976481b46ce" /><Relationship Type="http://schemas.openxmlformats.org/officeDocument/2006/relationships/image" Target="/ppt/media/image14.png" Id="R1555af3654a14422" /><Relationship Type="http://schemas.openxmlformats.org/officeDocument/2006/relationships/image" Target="/ppt/media/image15.png" Id="R99ff609f16c14f4b" /><Relationship Type="http://schemas.openxmlformats.org/officeDocument/2006/relationships/image" Target="/ppt/media/image16.png" Id="Rf5b5432b38624f45" /><Relationship Type="http://schemas.openxmlformats.org/officeDocument/2006/relationships/notesSlide" Target="/ppt/notesSlides/notesSlide31.xml" Id="Rd15e1d8007cc4e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d2107839446af" /><Relationship Type="http://schemas.openxmlformats.org/officeDocument/2006/relationships/notesSlide" Target="/ppt/notesSlides/notesSlide32.xml" Id="R4cbe258ac15c497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5b800a5894d4a" /><Relationship Type="http://schemas.openxmlformats.org/officeDocument/2006/relationships/image" Target="/ppt/media/image17.png" Id="R634b6b326f304bd6" /><Relationship Type="http://schemas.openxmlformats.org/officeDocument/2006/relationships/notesSlide" Target="/ppt/notesSlides/notesSlide33.xml" Id="Rc56af02ab88d456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2aa98d08b44ea" /><Relationship Type="http://schemas.openxmlformats.org/officeDocument/2006/relationships/image" Target="/ppt/media/image18.png" Id="Rf1f98232af9a4fd0" /><Relationship Type="http://schemas.openxmlformats.org/officeDocument/2006/relationships/image" Target="/ppt/media/image19.png" Id="R6e20c374d4d04c65" /><Relationship Type="http://schemas.openxmlformats.org/officeDocument/2006/relationships/notesSlide" Target="/ppt/notesSlides/notesSlide34.xml" Id="Rd779e5e7fcf041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54eee671043c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6b2d996b848fd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CAB41-23E4-4302-A883-20A5587F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252A6-1123-40AA-8E30-AF4316CF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Будуємо аналітика даних як MCP для Claude</a:t>
            </a:r>
          </a:p>
        </p:txBody>
      </p:sp>
    </p:spTree>
    <p:extLst>
      <p:ext uri="{BB962C8B-B14F-4D97-AF65-F5344CB8AC3E}">
        <p14:creationId xmlns:p14="http://schemas.microsoft.com/office/powerpoint/2010/main" val="1213533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94905-F448-4B89-9838-69B4D5CE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51D81-8779-4E7E-A210-F2DC1FDE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C648A-1DD7-421A-AD60-A6ED50B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Протягом воркшопу ми пройдемо весь шлях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2EDC-8941-4472-B017-CA544FE2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FD5D9-EB11-4FD9-A960-3A7BE112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Термінологія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BC4B5-19CE-4937-9339-519AA38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F72C4-B10B-4C46-ABF8-47439866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835AA-4C58-489E-A1D6-7F0C5AF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7F59D-9B34-4898-A8AC-064F963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99630-73BA-449E-9A31-B087BCF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DA0DD-64EB-4E93-815E-D6E48996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52F18-3A6E-4DD7-8E28-6FA5807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2E26C-2959-415A-B4E4-24A5DA2A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2667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68FCC-F59C-4B0A-B7D5-9EDA84B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59BB7-A8E1-4EB4-BB43-DA1ACDB5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9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CA469-55FB-42DA-B3CB-F4AD6514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Питання можна ставити по ходу</a:t>
            </a:r>
          </a:p>
        </p:txBody>
      </p:sp>
    </p:spTree>
    <p:extLst>
      <p:ext uri="{BB962C8B-B14F-4D97-AF65-F5344CB8AC3E}">
        <p14:creationId xmlns:p14="http://schemas.microsoft.com/office/powerpoint/2010/main" val="533020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15504-5781-41AB-A6E8-18F6CD3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450E1-57E4-4FF5-8003-6C0B92A7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E29D7-5D2B-4500-9DFE-B09E2074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Звичайне питання стає перевіреною відповіддю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90796-A653-4DDE-8EEA-F8629D8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63EDF-55C9-437C-9C78-7F241E24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95974-4E63-4CCE-A06E-8DEAC595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B67F7-25DB-4B42-A822-AC301DE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C603F-AF66-4776-B654-78D5972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C4441-9E72-4EBA-AB13-6647208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D69AC-5469-448B-8F01-35174A3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5F471-2B6F-4C60-9791-6B829B1C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F913C-559E-487C-9B57-683D378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548313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5F376-8FA6-48AF-BE15-7DADDBE3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1086B-E024-4FC2-85BE-347C04D0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7D370-1AEE-44CC-819A-B480A69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ми будемо робити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37B15-A63A-4521-BCF2-AEF3609A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Підключимо Claude до PostgreSQL через MCP-сервер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BE5D3-0348-42F5-84BE-0CEE904E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B2FD5-E411-4A98-9869-D47C72D6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2B9DC-339C-463B-BCD6-2EE34A6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743E7-46F3-436C-8A2D-FA2577B1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73DF5-D56A-4E19-8D32-8E2821B0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23190-712B-4DFC-9EC5-DCDC51C1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56823-4B60-4C78-A599-5E9B5FE8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Сервер дає Claude п’ять дозволених функцій</a:t>
            </a:r>
          </a:p>
        </p:txBody>
      </p:sp>
    </p:spTree>
    <p:extLst>
      <p:ext uri="{BB962C8B-B14F-4D97-AF65-F5344CB8AC3E}">
        <p14:creationId xmlns:p14="http://schemas.microsoft.com/office/powerpoint/2010/main" val="1533520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8B37A5-7EA8-4B47-90B3-3FF0DE8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43A2D-8AFD-40B6-8950-BE8DDA8A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79B3B-3985-464F-A13A-394E2C14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 словник термінів на сьогодні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4D686-7A1E-4BBE-8E3D-996EDE80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F1618-3A9A-4C94-8F76-DE67C369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5C61-2FED-4BD2-8F09-79B51D58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6F2B1-E353-4AD1-B7BC-DDE86468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DAF42-5893-46B0-8F35-2679CCD2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9ED1D-2948-4835-8A39-859D89D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65CBA-395F-42E6-8828-088CCD7A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CA8BE-75F9-4C38-A34A-8CB72A56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7DB75-DA85-4BF7-8D25-380E0D1E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13B98-EB02-4CC1-A6D3-C045CFF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2244A-F61B-4536-903B-C1F8E83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D8873-7F52-49E9-9112-7746F087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D729A-822D-42B2-9F27-0DD1BC9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727B9-F190-44E5-8F57-CDE5F559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18AD8-4D7C-439F-AA52-5BE114AC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8A41B-48C9-497F-B5BA-203DE92B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374B7-E222-4536-AB03-8DB536C9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B1CFC-6997-421E-8C64-EB90D3A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0187A-CE6B-4868-9EB1-D6B930F5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0DF48-8884-499C-9B8D-205D93D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AE129-2C45-49E4-8603-3CD5402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F94B4-3C1C-496E-9C20-E0B0FF4D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8CB0F-DDBD-4B0E-AFC8-E4B47501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72AF0-54ED-486A-98C0-BFECB471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C31A7-077C-4194-A890-8964BF67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9D525-9208-45CE-8E14-A7A30E5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5C380-CF97-48DA-BAD2-95E8E600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14C15C-3318-4D49-9DDA-C0F70198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146B77-8D20-45C4-AEC1-1891F3B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процес розгортання сервісу, щоб він був доступний іншим користувачам</a:t>
            </a:r>
          </a:p>
        </p:txBody>
      </p:sp>
    </p:spTree>
    <p:extLst>
      <p:ext uri="{BB962C8B-B14F-4D97-AF65-F5344CB8AC3E}">
        <p14:creationId xmlns:p14="http://schemas.microsoft.com/office/powerpoint/2010/main" val="1634803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00792-FC04-45D2-AA40-A6B88F7D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39BA9-33E9-4BC4-B5D3-B5942BA0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C4BB8-86F9-48F1-AB04-6DD1F480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— репозиторій онлайн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7416F-B21B-4D63-AFF9-7ECA6FC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7E8CD-F3F2-49C6-9C66-7A108EC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3ea46d9304706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e13a79371499b"/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B7D14-4F41-4487-B58D-D4CDDEE8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75140-DAAD-43B3-8612-BB29625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40791-E39B-4FC6-871C-4DEF8AC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E1681-8F36-4EC7-85C2-D87B9137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5F530-D53F-45AD-BF10-0022CD1B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7EFEC-7B98-40C1-A59A-EB3BEF1A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629FD-A7C9-4565-8100-61DD5996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697569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9807C-F6EE-4330-8F73-31AE25A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8FF66-7EF5-4B0C-ACF3-F6CF4220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06D4B-7869-495E-AB5B-3211744C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fb33c0232432d"/>
          <a:stretch xmlns:a="http://schemas.openxmlformats.org/drawingml/2006/main"/>
        </p:blipFill>
        <p:spPr>
          <a:xfrm xmlns:a="http://schemas.openxmlformats.org/drawingml/2006/main">
            <a:off x="1047750" y="1714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3DF8F-B24F-468E-96A2-3D7FAFAE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8771B-C396-44CF-9649-26AC82C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5901B-E656-4732-B29F-E9BA61A0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BF1F9-3CF6-42B3-9DAC-AFAFEA1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B4584-A197-4301-A99B-694A172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DE29B-E030-4BD8-B2B3-C46781E2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26E41-F105-4A42-BCFF-DD5F56C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CBA0F-D910-433D-8716-3C3B0C1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21CCB-AE8B-43A7-99F8-11141420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998021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0ECF1-ECB7-4341-B9D7-2A5FD849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1C416-A470-42A3-8C29-FDB1CB8E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5D9DD-7760-48E1-A190-3ACD3F69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89CA8-CB09-499C-83E6-6675FEC5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3258D-548B-429A-A9DC-53FA1E95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427419a314c0d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fbf6029294986"/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9ADB2-6BAE-4184-A050-374FDBC8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F75F7-DABF-4C41-9D1E-066F235A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01D51-0979-4BDE-BF9D-C0CD4E2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626A8-3F39-457E-A5D2-3B03F69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18243-BF6C-44D2-BA8B-EA9B5CA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646649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AA12E-D17E-4D1F-8995-E2B9B9B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85941-FF5C-4271-B67F-302806A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FEF9D-695E-4236-B423-4B71C543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задає формат повідомлень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d25420e2e47d5"/>
          <a:stretch xmlns:a="http://schemas.openxmlformats.org/drawingml/2006/main"/>
        </p:blipFill>
        <p:spPr>
          <a:xfrm xmlns:a="http://schemas.openxmlformats.org/drawingml/2006/main">
            <a:off x="781050" y="19526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86D39-7F60-489F-9435-03816B1A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8C779-4AA5-46C6-8E11-A3C639E5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tools/list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60023-C93D-49FC-A70D-460DE71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які інструменти доступні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43901-779E-4C9A-88E1-08FFBEF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8C312-0268-407F-AA1B-302A90CF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tools/call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D81B1-7878-4710-849C-B972C0D4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який інструмент викликати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ADA35-4B6F-403E-8A61-2E604AE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33362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5B26B-43ED-47ED-BC9D-E446D16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E5728-23E9-4DDF-B632-E834BC1D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повернув сервер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7CF96-1741-4E96-B450-80F3B4B7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Claude аналізує. Сервер виконує функцію. MCP переносить повідомлення</a:t>
            </a:r>
          </a:p>
        </p:txBody>
      </p:sp>
    </p:spTree>
    <p:extLst>
      <p:ext uri="{BB962C8B-B14F-4D97-AF65-F5344CB8AC3E}">
        <p14:creationId xmlns:p14="http://schemas.microsoft.com/office/powerpoint/2010/main" val="1756035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3F889-569F-4FDD-B884-A2000640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AACD2-5736-455C-A40E-1B5A1873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AF609-DF35-4F97-8A97-F3186BD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з’єднує Claude з інструментами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be102ab29470d"/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70C11-B25F-4E32-87ED-031E9009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F4897-31B1-4B84-8E04-F8D992A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58080-B2C3-4D04-97A7-E2CF96EA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340CB-F306-4BB2-A514-D5BB01D3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34B32-8A04-42C5-B95A-21E27F3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BE3C9-E5A4-411E-B829-37DC526D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B5EBC-E175-4A99-98E1-571340B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7F525-475E-4A35-9174-FDB5EBF7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808876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1BF11-DAB4-4C34-8CA9-309EF43B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9682E-DF59-4D56-9323-805863DF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42C5A-22EE-431A-A328-37EDD9DE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ECD58-9842-45F0-97CF-90F79E22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876BA-AA6B-4796-8A15-5A096A90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D3E62-C4BC-4DDF-AF0A-214C9BB5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6887C-B0A4-48CB-93F3-EA2EE8C7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FEBEA-A9C4-4691-A7EB-E16C5B0A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E4E57-FAD0-4CA5-9105-86AE841C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A29E5-5EAC-43C6-8083-3672471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DA179-1922-41F3-AB97-1DB0E88B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541E-E17F-4F3C-90C8-B504C99D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E3DEE-55D6-4218-B43E-0368966C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16826-C3E0-4F82-BAF6-11A4CDEF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418EB-61AA-46CE-9FE8-8BF4AD78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09CA1-3120-4EB2-B4D0-8534B895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7637B-109B-4B9C-9B8B-950D46A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5A941-421B-4704-8DC4-113A4518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F2A33-D009-4388-B992-352432EB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3548115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A91F2-AAA8-45AA-91B6-01272EA2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B923B-0F13-4636-B5FA-65F0FD33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8162E-297A-4521-B4EC-F134685A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до даних проходить через MCP-сервер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0665B-EF4D-4612-BC24-A1A8D6E3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FD204-9AB4-44F3-A010-6EAE400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CB911-3996-4B48-B7F5-5ACC4543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88ECC-93CD-431B-835D-D88498B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47886-7E62-481F-B59C-08FD800A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78D07-2216-40D8-99B7-81E7800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A25F4-4707-4273-BCB2-C634C6A6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EE16E-F18A-4DA2-956E-E3524A15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30A80-F084-42C2-822F-97B17A26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44377-3AF2-4A82-8C70-18356187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58F12-3500-4A17-963A-0C7F89E1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296D7-7AFC-40D1-8FD4-6864B0A9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D4843-D434-4316-B90F-66038A1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31564-E1C3-4A6D-B931-2EE04A45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520245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1C84A-416E-4B7E-9F93-9C64C85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92F8F-2664-4010-8537-35E42E0D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ABBCB-ABF5-40F1-AC1C-35412CC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агент дізнається, що є в базі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96478-11E0-4CA4-85A1-5E5B736D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C759D-B4D9-4E71-BABE-F77028D5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3FC27-04E4-40C2-8AEE-92C7CC4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5F292-3960-4A6E-9304-3293A005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25453-A075-4EBD-BA0A-996D6BE1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отримує назви й описи таблиць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40E27-9C58-4D65-A6D9-2BA0B8E9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C35EE-737D-4F2A-B45F-ACA8D23D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89362-B52B-4B0A-9999-2771C5DA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01FFA-5250-4826-9C5F-237FDB44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1C43C-00CC-46D7-82C0-B10B00F9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читає колонки, типи, зв’язки й коментарі</a:t>
            </a:r>
          </a:p>
        </p:txBody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05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710D6-46F0-45EA-A643-7FD6999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693D1-5C6F-48DA-AC38-4F0DCA84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B5C52-E18A-458D-87A3-2631D7DE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4C2CC-3D6F-4084-91DA-37ECC24F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ECFB7-62BB-47B3-85AC-5530183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обирає потрібні таблиці та поля</a:t>
            </a:r>
          </a:p>
        </p:txBody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7626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576E9-0FC3-4D8B-850B-9C1F84E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2571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4C276-434E-453A-B27A-6D23E419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5C8BA-B46E-4FEF-BFF6-9102DF6C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ACB1A-857C-4E6A-A288-229A50BF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622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C139C-3874-428F-9978-63B0269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29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складає і виконує SELECT</a:t>
            </a:r>
          </a:p>
        </p:txBody>
      </p: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20125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92861-7A26-45D8-A991-B3B03F33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Спочатку агент читає схему, потім складає SQL</a:t>
            </a:r>
          </a:p>
        </p:txBody>
      </p:sp>
    </p:spTree>
    <p:extLst>
      <p:ext uri="{BB962C8B-B14F-4D97-AF65-F5344CB8AC3E}">
        <p14:creationId xmlns:p14="http://schemas.microsoft.com/office/powerpoint/2010/main" val="5452537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96610C-5422-48B8-BD58-1957C9CC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BF29B-39D6-4E19-BC92-94CBB8D8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B4929-BD26-4139-9B6D-3E0DB9EF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997ED-F909-469B-9B08-623D810D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AF76B-2D47-4DED-91AC-DB7D2B8C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E6816-9617-4272-97BB-B5A16E51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E26B7-C921-43CE-A7C6-E1436736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7E7A0-157A-49BB-9170-2720734E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A6841-18D2-4030-952F-900012FF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D410A-B153-402B-AE07-D3830406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05C3D-C0C4-4926-A767-875A4073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AE7C3-4CB9-4DBE-86CD-6FBD47C8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AD1D2-2588-4665-B6F9-CF6F7D4F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6CED3-5C83-4D69-981D-0E182C40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D76B1-5979-4712-BF33-0D444E6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D24E6-171C-47BD-920A-745F325B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D156A-1791-48BF-BC37-71FFCD3B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D4F3B-0662-422A-BBF4-619B76A6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64AB0-A541-4644-A85A-4EEFD8F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8D452-3CAA-441A-833D-C25FC00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C0EB4-4171-4D5A-844B-021746D4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C4F9B-5359-4671-B60D-BD726E6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CD8248-29BA-43E0-B4AE-09BC6D29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D3D8FE-1310-44A0-8C70-4BBD1D4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3175B6-E68D-47F5-9058-68C0A6C7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9C4DD-03FE-4D9D-B54E-04165719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411AB-B5E1-4F1E-BF10-C9753C7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5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56716-83B8-4456-96F6-42FBD0B6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8552512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A4171-7B50-4AD4-A077-EC83825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77C23-95FC-429B-AB68-4F1AB53B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D8C34-7DEC-493C-B6D8-7B19335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інструментів: від схеми до прогнозу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B4E9A-9D4C-4075-9C38-D20DE36F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86738-F9DB-4DDC-BD4C-54CB0E4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F144F-0E7C-47BD-AD3A-F329900E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F48A5-CF75-4913-914B-D1172CDA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8A2AC-3B2A-4290-BA6A-4677507A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C1CB4-FDB6-4577-9CEA-B33F86E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68D29-071B-474E-BEFE-1FA5F526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9D42D-AF8E-45E2-9FB8-C2FFDDF5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A80E3-4AEC-459A-A635-19F7DE04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CD88F-3365-4FA4-B505-26EDD2D4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72810-3D57-499B-AB46-BCA76AA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B9D14-AECE-41E3-B4BE-F7CE7292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57329-FBEB-4162-81E0-EB0ED599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D5BF4-36A8-4C49-981B-F19597D5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E8A7F-C2E6-46B1-BCA2-F4EC81DB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4D301-7F23-4CC7-9830-CC1473E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A2EEB-DA69-4BC2-8E34-A5FE128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0131-5345-4E73-A695-5C16F8E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54F30-2DA9-42D3-B262-E541456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2C3CE-08BF-4682-8060-040B7118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4A0A1-161A-406D-92DF-704C33D0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DB6F44-D3A7-48CD-A350-840913F1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A495D-0473-408D-8B50-17B7E2D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5FFEE-316C-43D6-9A9D-13F17077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1F8AE-8AB1-4A67-992F-F507CAFD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2092EE-6F3E-4816-BCE9-EA05B12E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7574915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646D2-488E-4615-965B-22ED5E5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EC4F8-FF31-4297-863B-B5E3F1D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69F96-D39B-4F89-8FE4-8AA82AF9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у Python пояснює моделі, коли викликати інструмент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70CD0-97BF-4EE9-8168-47CE5436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AE3F8-E769-4545-89D6-EF1EF190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133DB-D1CD-46AF-9EB8-483E54B9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A2A80-9796-46E0-8C8C-EC06F998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B917A-E5BE-4FF2-86CF-1041750F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CFDEF-05F8-4003-A90D-934047B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1BEEA-81FC-4D9A-9D0E-BFF5AD8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12655749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81C57-38B0-4BEA-8040-6B43CF63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68FC0-E54A-45EE-A28D-D1D32CC3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A39EB-8184-4D17-9F6D-26945C63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FE4B0-3826-4DBA-B71D-EB8CE7CD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37D50-B58D-4532-8C56-B0B10E3A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A0052-0B0A-4F6F-9F69-866C77E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6E043-9272-4A93-9D33-20A6FB96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86123-2518-49F1-86EB-415FBD05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9EB58-DCD5-4722-839C-54DD6580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66D23-3332-47DE-904D-701B2F8D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2870121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C3868-0931-4C57-A496-75AD9DB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01526-8DA5-4475-A286-B2726526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1AFFA-42BA-4C20-AD11-CE7BB17C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8FC5F-D584-4377-A173-C7715C8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54D92-615E-4734-9BC4-BA34D05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2CD1A-F18E-4D8B-A37B-BB7FB609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16C94-A24D-49FB-8F9F-D85BB6A2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1DA13-F458-4682-AEA3-21E19D2E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81B06-AF1C-4FBD-B70B-787B0F07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EC35A-3E4A-4311-8EE1-6C8CE28D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39D74-F406-4B49-AECE-6BBD7DC2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56A12-904A-4150-B3CB-0FEE1AB3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57167-ABF8-4BE2-BA63-BDEB002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7768E-C938-42B0-A474-F619A0E6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4C9FC-B238-4401-AA56-A1482028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0FAB6-474B-49F7-8F0E-B4919975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352436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01E62-C49E-4B7A-AEA7-42936B4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29147-E6AA-4D13-8207-06F4DF7A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054BA-50D5-4D27-990C-3613E104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2C591-44F8-489E-AEA7-CEF62C5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C5803-AD6E-4827-BE7A-AD9AFAA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CB40-0F7A-4547-96F1-22859050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4680B-17BA-4E7D-8AB3-2CFF22A5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C251C-1A90-408A-B278-873F9448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289B2-9C42-4B19-9947-8B04A755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8641C-CACF-4CDD-BD40-F25C3B8E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844DD-CF9E-4250-B4E5-0F033F32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FA75B-113E-4988-AE59-B88DEA1A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2FB20-D1E3-4B8E-95E2-A8801688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B2BCC-C719-4162-8E61-0FA0C776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483E9-AF74-4905-9384-5CA4B58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10890367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1856C-0641-4880-B18B-9E8F9034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21CF5-D6B5-42B4-B84A-497A72B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294D1-23B6-42BB-AC31-0AA08C59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4B170-086C-4880-9691-872CBE5A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135A-ED29-4532-9946-EE556066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06510-29FA-4C19-AAA1-CECE7758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F67AA-BDAD-43FD-8960-A0DB26C3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7D6F5-D509-4E83-A8B7-C5754C9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75A98-B366-4C7F-A8F8-BE5B21C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DF0A4-A41B-49BF-8873-42FF0C90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CCDFE-5779-48D3-9D4D-623A2E60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22420-B978-434C-8552-0CC2BB4E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9FCA3-3111-4912-BDE9-D744118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15750-DA9B-4790-9686-E63B419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4DF3C-59B1-4288-93E4-0062EDA7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CC378-36F4-42AD-8072-F0B5E8B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7818416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A4510-25BF-4CCE-8232-E168571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53795-29C8-4D9C-B683-2C7951B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27798-37C6-44B5-890C-904F65B5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AD1EA-8911-459F-A146-10593ED2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DB8CF-C04E-46AF-8035-B5A1C9AB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4AC62-0CD0-4C3A-A71B-8D70EC0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338C0-2F9F-4CA4-9732-32FD8A3B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4FEC3-8314-4A6B-8DF5-E437CD49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41D5C-771B-444F-8489-58AC4A1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56363-F985-405E-8B53-9C9E58E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29023-EF71-495F-8F64-31908565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57FDA-BF7B-4EC0-9CD1-EF300FBD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8AEB0-3E03-4C18-8585-901D7D2C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F823D-5D55-43A9-93FA-97768C20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C7DAF-346D-476E-B49D-1D89CF0B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CE67A-0820-4B2E-85A2-B2B9556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6032933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BE588-E388-49D9-8BEA-BAFCA84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4EC0E-82A8-49E6-A7F8-85E9062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C4B31-E7AB-49D7-9A03-DDD159AD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33A04-CC25-4165-BC3A-E67A10D4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0FDA9-1958-41D9-B1FA-C9186CF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C00A7-6D50-4ED3-B927-01DA637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5F23C-FD42-43C6-8A5E-CC9572D9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6CB5C-8C20-419B-85E1-F383BB2A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4583C-4509-41C8-BE14-2FB9243A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738AF-475D-410E-B95F-D1F36773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5359C-8BD9-4393-AB12-82C6C3E3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57B94-A7CD-49A0-95BC-7D322603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258818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D3561-82E7-4991-9B44-5CF914D1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DC08B-A618-470F-B05C-48F15F9F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996A5-50E0-43B4-858E-DB697A9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до першого локального запиту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23F5F-0A89-44E7-ACDF-F33851E9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35D93-4F7E-4FE6-AE57-F3D281A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1A748-CC2C-45DD-929E-BE29EA22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F96A9-80E2-4918-AD3E-EE38CB3E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646BF-035C-40B1-8A32-D08B4EDC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41D49-80C0-4958-AAED-ED020A84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459F3-6C38-4073-A618-18EE233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374B9-9DF4-44FD-A54A-C3A9FAC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A2204-963B-4E90-A569-B37E3C9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3DAA1-7506-4283-A982-92591F49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925E5-750F-4FBF-98FB-2F4311E3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9EA44-B306-4B3B-B606-C9D84343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6D90C-0262-4ACA-850F-B819F4B7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16B23-66F8-452A-8EB5-F60FC53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D72ED-EC2B-4004-A975-511B856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BC2E5-46CA-47BE-B558-A68DC908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09B2E-B740-4BE6-88A8-6E6B9828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99D33-E3F4-4AE9-A58E-8F0C8861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D4D01-D6BA-4BC6-9C41-91D3838B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29406-75AB-4D9E-8879-6D56581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B568E-CAE9-4504-B2C9-AC74682F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4011759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D21E5-707F-46DC-BB13-A643EAE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DE61D-09AC-4DA0-9AC8-E232F0E8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436E8-80C1-4782-BE9E-1811F4B1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3010F-4896-4AE4-93E9-438CAF7F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D909D-0EB0-449D-A8FC-825D69D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B4F7D-2DE9-4599-A3E1-5BA60F1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ECAA0-EEAB-49DE-BA2A-115483B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02705-2CFB-48D7-80A9-5363204C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0F14C-61A6-4EB2-9CDC-4439114F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48E40-8E8E-4EB6-8E69-99AF6A89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C3A10-8EA0-47CF-95FB-C25231C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5464049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98ECC-C51A-403F-AB98-D35CB42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624B1-E2C4-4C3D-B067-43AD0A9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77512-E71E-4126-B2B0-1A66E0DD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4EC7E-581D-438F-966D-F55B28B1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CC00A-58DC-49E7-859C-099ECF3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E0347-C1D9-45F2-AC8C-6C7EB49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B2A62-D8CE-470C-9177-211AA3E4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9D47A-F64B-4A58-AACF-633B6B41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48FD6-EA56-42E7-8AEA-9C3982E4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943EB-82E1-4649-80B0-4A2AF965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98C83-3B2B-427D-A718-07649EA2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5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96354-23FB-4DAD-BF93-D766B523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58447-53FE-4B60-9C00-36E59339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38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CA6E3-487A-41A8-A87F-9EB655C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C18E0-04F1-4019-B482-23EDC8C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E1B0D-7E60-4C67-B2B4-7AC35FCD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29A00-F830-46F7-A745-D94A163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17897353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689B9-B7A7-4A47-B22D-D50AE57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AFA57-5584-4EF8-911A-F6FBBBE4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425DF-6241-4157-AF6F-DDE4A519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 залишає місця для спільного коду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C706C-1211-4FB4-B854-53A706E8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1608E-9684-4678-9A7B-554B2430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D35BC-20F8-4632-9D78-5E59799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D35C8-E164-4A4F-8F81-9FC89782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AD264-AB1C-4EC9-9E81-561DD9EE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26A1C-8BC8-4876-B373-C1D14E13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4BB6E-359C-4504-A424-C416C218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9DCB7-7F21-4315-B204-1EFCBBC6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2F097-EC7C-4B26-8372-C6C9E727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CD3FF-97CD-46D7-9974-A6984E88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52630-C2C7-4666-AAEA-C4E487F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19402548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40539-15C0-40FA-8ECA-6B7585C3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47154-B4C0-4200-9353-FEB78D7B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5B67E-FD7A-42D0-93D7-9539D0E8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— автоматичний чеклист очікувань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967260c8445d7"/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E6B34-7E71-43AB-AD37-465BC502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F9C78-8DE5-422A-AEBA-8B09ACB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90D45-E9B7-44A2-9014-ED06F611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80F33-98FC-4FDD-967C-CD43E807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34C58-8C2B-459D-A06C-BFCDF209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5D27E-C2EB-43BE-ADCF-9E001749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2FB03-33DF-4E64-B9A7-1D28F609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0E91C-AF20-4DE7-A48D-F7DCEAB0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DD58D-467E-4A35-9BA5-0C17AA9E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79497-CD4F-49D8-9FCD-935BD431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9B8AF-4EFB-46D7-9293-A8DDC29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981D6-E579-4008-9733-411D324F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F7AE9-0B4D-4FD0-A3B4-B5F5D1D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2759C-F02D-4DE7-904E-E6806FF6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16223019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F3A2D-434A-476F-8F0C-B6CEC0B9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48A1E-1BA5-451F-B489-E0A94D11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8C881-DB8C-4A09-AD49-63104DB9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дає сигнал ризику, рішення лишається за людиною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e59795cee4bd6"/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EE111-E6A7-4D10-80A9-5FA9AAA9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5EE64-2A16-435F-9419-7A9FF0EB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F0225-DE66-4F8E-A18C-C9AB3AF8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442C0-9256-4F5A-9F86-25ACAF7A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70A04-9BCF-4F35-B119-462B483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9ED36-45A8-4223-A7EA-D8999F9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833A3-8AD2-4D44-BED9-04EE3D06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DF8B0-C149-476A-AF6E-3CAAD3C1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03930-58F0-4BB8-9EB9-B72F482F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8DCEE-1A99-4311-A164-267DE65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801F2-F010-45AA-BF56-B81668FE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5996148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D49C2-073B-4257-AC73-6814260F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C2323-1940-4266-8D36-D361555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5F822-D049-450F-B21A-4AB75CEB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 й надіслати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E79AA-56B5-4A8C-A5DC-7D9F24AC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14495-45C7-4A37-AA29-908A2491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3B59D-EAFD-47FF-9DFB-7375FCFB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E6668-2890-4B28-B505-C2D7F5D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7A3EA-4A5E-4E3F-84D0-A91BE113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31C0E-DFD1-4EE8-9F14-72B25590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2A235-417A-4F9F-B686-E455DE6A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CFBFF-8EAA-4C5F-B893-0792907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DA3B4-55E4-42C4-AA29-6176F45B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D573C-E06A-4724-8021-3830E52C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15268664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FE65E-B5AF-43A5-88C6-E7A0CC7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2F1AC-7FBF-4255-9C2C-5E41155C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0F4AC-CEC6-4C21-BFDB-880218C4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Claude запускає сервер, у хмарі приходить за URL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E7831-CE37-474D-B5C4-FD6AD66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A7DA5-4925-4C44-8F61-0FE1F6E1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CA7AD-28EF-4BC2-80C2-73C9DCCF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E43EC-8589-4334-AC24-D0BA900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стандартний вхід і вихід програми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запускає Python-сервер на цьому ж комп’ютері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79336-7245-40BC-B3EE-16F69F2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76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FDD9D-C4AD-4719-998A-ECA0FFA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54F00-91E6-4C0F-9E8D-EB3AC22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02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06301-08D7-4D11-932C-F9C9E384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сервер уже працює в Railway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підключається за адресою https://…/mcp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AE668-6DCF-4D3F-96BB-EF53B0D2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Код інструментів той самий. Змінюється спосіб підключення</a:t>
            </a:r>
          </a:p>
        </p:txBody>
      </p:sp>
    </p:spTree>
    <p:extLst>
      <p:ext uri="{BB962C8B-B14F-4D97-AF65-F5344CB8AC3E}">
        <p14:creationId xmlns:p14="http://schemas.microsoft.com/office/powerpoint/2010/main" val="211626471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588F8-8F1C-4CC0-B459-1952485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54099-06D5-4BAB-B945-3DEE30F2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64EEC-B659-4B3C-8FB5-A7E66E76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 дає MCP-адресу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224C7-4A71-4D0D-83D8-2D87F02A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44edacbbf4350"/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BB7BF-AFFD-439F-B5F9-4A034EF7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D2975-9906-4DE1-AF0E-55A01469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AE7F2-18E0-4EB8-B53C-57FA9CB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d8976481b46ce"/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0C052-99B1-42DD-91EF-EE25F558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92A37-C988-4F0D-A47C-30328A0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C1B03-2DC2-45F5-BBF0-129154D3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5af3654a14422"/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E8422-52B2-4F7F-B768-E79CAA00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1779F-2772-40A6-9EF2-F910A65A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3D642-BA6F-433A-BD54-847138A1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f609f16c14f4b"/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54E8F-B3BD-4112-BCDF-5ED0DEF0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41ECF-0C47-494C-8E9D-3650030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84CB7-E8AC-42B7-8B50-105E3357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5432b38624f45"/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E6999-3A32-4892-9C7B-263C76E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2" name=""/>
          <p:cNvCxnSpPr>
            <a:stCxn xmlns:a="http://schemas.openxmlformats.org/drawingml/2006/main" id="13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816019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AF4A4F-5D53-4916-BDCF-E97DEC7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F691A-A7DD-408A-BD87-36CB6B1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C8A4C-A3E3-4C06-ACDF-2D813282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9D7D8-6231-4C22-852E-D13811B3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FF106-9F8A-43F4-A282-99D9BE81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19070-3A00-4B24-9B4C-F813BA2A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D0F4D-A26B-4133-B0F5-0C171EF1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37A58-8D05-4607-8BD8-0230581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C9EBC-7463-426C-A2F7-55066B54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C990B-49EC-4A37-B681-B105656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93847-CBA2-4518-84B7-3C0340BE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1F992-8140-4DE5-BE0A-9CB4AC69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B1997-B77A-4552-BFAD-5807BA32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69461-42B5-4D1F-BD51-9E41181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6BE3B-504B-408C-AE64-1EBE362D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D951D-DF0F-45F0-BE82-74AC7FB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F0A28-B637-4242-BD47-42E67AA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7C807-9465-470E-B0D4-73A18064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7E29A-86E1-4E0E-A9C5-43019C9F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D0DD8-4A50-40A3-BAB5-CEC6084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1C50D-BACD-4E0B-8F68-AD617E3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8A891-E7E7-4D75-BF74-DD860BD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FC5A1-B3D9-4A02-B3DD-46182CBA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1D2D1-1EB2-4A3C-B78D-B5BDF84A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EF89B-DEC2-4BDF-860C-88E1FE7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22086-FDBA-4FEC-ACE4-08E926D0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F51B62-2C60-44B1-8CCB-E9612EA8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A38C0-9065-49A3-8287-14336D74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197C1-E7DD-495C-8A87-98AB1CF8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C980CF-74BE-435B-905C-DF98DD95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13879870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470E8-B5C8-4010-A8D6-37EAAD9A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86B10-DB83-4F96-BC5B-B96A4FF4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b6b326f304bd6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0F645-51B8-419D-BB31-7792F7F2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 роботою з реальними даними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19ED9-984F-40D2-BAD9-EE10E10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C94D0-1482-4207-AA45-EFD17826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7AEB-E136-43DA-8CBC-0838D59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ролей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68B65-89E5-472E-91D0-BF6497B7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окрема read-only роль і мінімально потрібний доступ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A8DD1-4CDD-4A7B-A583-0D4CB495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99D8D-B1D8-4722-A4DF-0CD6059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1489F-594B-4753-94F1-A46BE76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Автентифікація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EABA6-5271-4215-815D-6BBAEBE0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перевіряє, хто може викликати інструменти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BA744-06CF-4405-A75F-8012F7F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B4F6B-922F-47A0-AC21-F51908FD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B8F9A-E59C-4E46-92A5-4C4C3039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Документація метрик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A7DDA-7EF3-40F1-B0DE-E953AB1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визначення, формула, фільтри, джерело та відповідальний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A3F8D-1F2A-4AE4-98E1-1AB7AFC8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Без опису метрик агент може правильно порахувати не ту цифру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B71FF-DBAA-44C3-98FE-FBC748C0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44453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6A04A-8157-4B20-AED1-9C38AF17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DCF4C-CAEC-4332-82FE-3A63D310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98232af9a4fd0"/>
          <a:stretch xmlns:a="http://schemas.openxmlformats.org/drawingml/2006/main"/>
        </p:blipFill>
        <p:spPr>
          <a:xfrm xmlns:a="http://schemas.openxmlformats.org/drawingml/2006/main">
            <a:off x="685800" y="428090"/>
            <a:ext cx="2571750" cy="5630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355E3-59E6-42C6-A837-CF2E706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619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Матеріали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воркшопу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20E61-C172-4E47-AACC-70571EEE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Репозиторій, доступ до навчальної бази та інструкції для Windows і macOS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3BD67-05C2-42B2-84AD-8BEDB0D6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381625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11430">
            <a:solidFill>
              <a:srgbClr val="D6F1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598F8-AACE-4C80-BA8D-9008FFA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924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База доступна до 24 вересня 2026 включно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7FAB2-2580-4387-A7A4-36D187D1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4286250" cy="428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0c374d4d04c65"/>
          <a:stretch xmlns:a="http://schemas.openxmlformats.org/drawingml/2006/main"/>
        </p:blipFill>
        <p:spPr>
          <a:xfrm xmlns:a="http://schemas.openxmlformats.org/drawingml/2006/main">
            <a:off x="7429500" y="104775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86C34-6BF9-4CBD-B109-920A4FF6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816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Відскануйте камерою телефона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6F6B4-04AA-4A9B-8114-79E0A0C2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86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hannapylieva.notion.site/3de94835849480c58b37c95fd65fa978</a:t>
            </a:r>
          </a:p>
        </p:txBody>
      </p:sp>
    </p:spTree>
    <p:extLst>
      <p:ext uri="{BB962C8B-B14F-4D97-AF65-F5344CB8AC3E}">
        <p14:creationId xmlns:p14="http://schemas.microsoft.com/office/powerpoint/2010/main" val="1441433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2026-09-17T13:43:15.8900000Z</dcterms:created>
  <dcterms:modified xsi:type="dcterms:W3CDTF">2026-09-17T13:43:15.8900000Z</dcterms:modified>
</coreProperties>
</file>