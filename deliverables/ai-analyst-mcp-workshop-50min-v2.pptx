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e4a357eec14fab" /><Relationship Type="http://schemas.openxmlformats.org/officeDocument/2006/relationships/extended-properties" Target="/docProps/app.xml" Id="Rc64943e7a722434e" /><Relationship Type="http://schemas.openxmlformats.org/officeDocument/2006/relationships/officeDocument" Target="/ppt/presentation.xml" Id="Rf00f604c7026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c12c55b474827"/>
  </p:sldMasterIdLst>
  <p:notesMasterIdLst>
    <p:notesMasterId xmlns:r="http://schemas.openxmlformats.org/officeDocument/2006/relationships" r:id="R337696e7a9eb4b31"/>
  </p:notesMasterIdLst>
  <p:sldIdLst>
    <p:sldId xmlns:r="http://schemas.openxmlformats.org/officeDocument/2006/relationships" id="256" r:id="Rcf09c8c23f3f4a3e"/>
    <p:sldId xmlns:r="http://schemas.openxmlformats.org/officeDocument/2006/relationships" id="257" r:id="R717733e9bf6e493c"/>
    <p:sldId xmlns:r="http://schemas.openxmlformats.org/officeDocument/2006/relationships" id="258" r:id="R5212cf237e19428b"/>
    <p:sldId xmlns:r="http://schemas.openxmlformats.org/officeDocument/2006/relationships" id="259" r:id="R1d31811943e94b79"/>
    <p:sldId xmlns:r="http://schemas.openxmlformats.org/officeDocument/2006/relationships" id="260" r:id="Rd1361a7c02a0433c"/>
    <p:sldId xmlns:r="http://schemas.openxmlformats.org/officeDocument/2006/relationships" id="261" r:id="Rdbcb16e59db747fb"/>
    <p:sldId xmlns:r="http://schemas.openxmlformats.org/officeDocument/2006/relationships" id="262" r:id="Reef016ea84a44b5e"/>
    <p:sldId xmlns:r="http://schemas.openxmlformats.org/officeDocument/2006/relationships" id="263" r:id="R9e07eb84439c470d"/>
    <p:sldId xmlns:r="http://schemas.openxmlformats.org/officeDocument/2006/relationships" id="264" r:id="R4340e6b9f9ef45d7"/>
    <p:sldId xmlns:r="http://schemas.openxmlformats.org/officeDocument/2006/relationships" id="265" r:id="R5a66953910c9403b"/>
    <p:sldId xmlns:r="http://schemas.openxmlformats.org/officeDocument/2006/relationships" id="266" r:id="R84bf67978ef6416a"/>
    <p:sldId xmlns:r="http://schemas.openxmlformats.org/officeDocument/2006/relationships" id="267" r:id="R379c4e81c0bb4892"/>
    <p:sldId xmlns:r="http://schemas.openxmlformats.org/officeDocument/2006/relationships" id="268" r:id="Refa96d4e3e36421d"/>
    <p:sldId xmlns:r="http://schemas.openxmlformats.org/officeDocument/2006/relationships" id="269" r:id="Rb3d9dbde0c9e46ed"/>
    <p:sldId xmlns:r="http://schemas.openxmlformats.org/officeDocument/2006/relationships" id="270" r:id="R48b8521a05ce480d"/>
    <p:sldId xmlns:r="http://schemas.openxmlformats.org/officeDocument/2006/relationships" id="271" r:id="R2e7b11679b714cb2"/>
    <p:sldId xmlns:r="http://schemas.openxmlformats.org/officeDocument/2006/relationships" id="272" r:id="R2d595ffbe3fd471c"/>
    <p:sldId xmlns:r="http://schemas.openxmlformats.org/officeDocument/2006/relationships" id="273" r:id="Rf27d40b9669a4d4b"/>
    <p:sldId xmlns:r="http://schemas.openxmlformats.org/officeDocument/2006/relationships" id="274" r:id="R860ead32e7894191"/>
    <p:sldId xmlns:r="http://schemas.openxmlformats.org/officeDocument/2006/relationships" id="275" r:id="Rce8faf46546348f3"/>
    <p:sldId xmlns:r="http://schemas.openxmlformats.org/officeDocument/2006/relationships" id="276" r:id="Rdd7c0cd61f274cec"/>
    <p:sldId xmlns:r="http://schemas.openxmlformats.org/officeDocument/2006/relationships" id="277" r:id="R6795eb92a5114f7c"/>
    <p:sldId xmlns:r="http://schemas.openxmlformats.org/officeDocument/2006/relationships" id="278" r:id="R751b8e1a4e74449c"/>
    <p:sldId xmlns:r="http://schemas.openxmlformats.org/officeDocument/2006/relationships" id="279" r:id="Rd019ad905b6f451a"/>
    <p:sldId xmlns:r="http://schemas.openxmlformats.org/officeDocument/2006/relationships" id="280" r:id="R5d6c33301e93423e"/>
    <p:sldId xmlns:r="http://schemas.openxmlformats.org/officeDocument/2006/relationships" id="281" r:id="R626b81b4cc3f41dd"/>
    <p:sldId xmlns:r="http://schemas.openxmlformats.org/officeDocument/2006/relationships" id="282" r:id="R5d8a4f62b02b4fa6"/>
    <p:sldId xmlns:r="http://schemas.openxmlformats.org/officeDocument/2006/relationships" id="283" r:id="R5fe962bfa7eb460b"/>
    <p:sldId xmlns:r="http://schemas.openxmlformats.org/officeDocument/2006/relationships" id="284" r:id="R9a8aa1094e284c2a"/>
    <p:sldId xmlns:r="http://schemas.openxmlformats.org/officeDocument/2006/relationships" id="285" r:id="R6c7ddcf43d784ddc"/>
    <p:sldId xmlns:r="http://schemas.openxmlformats.org/officeDocument/2006/relationships" id="286" r:id="Radd3b54d867c4e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0f8b4c9f984251" /><Relationship Type="http://schemas.openxmlformats.org/officeDocument/2006/relationships/slideMaster" Target="/ppt/slideMasters/slideMaster1.xml" Id="Rc8fc12c55b474827" /><Relationship Type="http://schemas.openxmlformats.org/officeDocument/2006/relationships/notesMaster" Target="/ppt/notesMasters/notesMaster1.xml" Id="R337696e7a9eb4b31" /><Relationship Type="http://schemas.openxmlformats.org/officeDocument/2006/relationships/presProps" Target="/ppt/presProps.xml" Id="R0b0ceb3a88c8420b" /><Relationship Type="http://schemas.openxmlformats.org/officeDocument/2006/relationships/tableStyles" Target="/ppt/tableStyles.xml" Id="Rdd76da61e2ce4edb" /><Relationship Type="http://schemas.openxmlformats.org/officeDocument/2006/relationships/slide" Target="/ppt/slides/slide1.xml" Id="Rcf09c8c23f3f4a3e" /><Relationship Type="http://schemas.openxmlformats.org/officeDocument/2006/relationships/slide" Target="/ppt/slides/slide2.xml" Id="R717733e9bf6e493c" /><Relationship Type="http://schemas.openxmlformats.org/officeDocument/2006/relationships/slide" Target="/ppt/slides/slide3.xml" Id="R5212cf237e19428b" /><Relationship Type="http://schemas.openxmlformats.org/officeDocument/2006/relationships/slide" Target="/ppt/slides/slide4.xml" Id="R1d31811943e94b79" /><Relationship Type="http://schemas.openxmlformats.org/officeDocument/2006/relationships/slide" Target="/ppt/slides/slide5.xml" Id="Rd1361a7c02a0433c" /><Relationship Type="http://schemas.openxmlformats.org/officeDocument/2006/relationships/slide" Target="/ppt/slides/slide6.xml" Id="Rdbcb16e59db747fb" /><Relationship Type="http://schemas.openxmlformats.org/officeDocument/2006/relationships/slide" Target="/ppt/slides/slide7.xml" Id="Reef016ea84a44b5e" /><Relationship Type="http://schemas.openxmlformats.org/officeDocument/2006/relationships/slide" Target="/ppt/slides/slide8.xml" Id="R9e07eb84439c470d" /><Relationship Type="http://schemas.openxmlformats.org/officeDocument/2006/relationships/slide" Target="/ppt/slides/slide9.xml" Id="R4340e6b9f9ef45d7" /><Relationship Type="http://schemas.openxmlformats.org/officeDocument/2006/relationships/slide" Target="/ppt/slides/slide10.xml" Id="R5a66953910c9403b" /><Relationship Type="http://schemas.openxmlformats.org/officeDocument/2006/relationships/slide" Target="/ppt/slides/slide11.xml" Id="R84bf67978ef6416a" /><Relationship Type="http://schemas.openxmlformats.org/officeDocument/2006/relationships/slide" Target="/ppt/slides/slide12.xml" Id="R379c4e81c0bb4892" /><Relationship Type="http://schemas.openxmlformats.org/officeDocument/2006/relationships/slide" Target="/ppt/slides/slide13.xml" Id="Refa96d4e3e36421d" /><Relationship Type="http://schemas.openxmlformats.org/officeDocument/2006/relationships/slide" Target="/ppt/slides/slide14.xml" Id="Rb3d9dbde0c9e46ed" /><Relationship Type="http://schemas.openxmlformats.org/officeDocument/2006/relationships/slide" Target="/ppt/slides/slide15.xml" Id="R48b8521a05ce480d" /><Relationship Type="http://schemas.openxmlformats.org/officeDocument/2006/relationships/slide" Target="/ppt/slides/slide16.xml" Id="R2e7b11679b714cb2" /><Relationship Type="http://schemas.openxmlformats.org/officeDocument/2006/relationships/slide" Target="/ppt/slides/slide17.xml" Id="R2d595ffbe3fd471c" /><Relationship Type="http://schemas.openxmlformats.org/officeDocument/2006/relationships/slide" Target="/ppt/slides/slide18.xml" Id="Rf27d40b9669a4d4b" /><Relationship Type="http://schemas.openxmlformats.org/officeDocument/2006/relationships/slide" Target="/ppt/slides/slide19.xml" Id="R860ead32e7894191" /><Relationship Type="http://schemas.openxmlformats.org/officeDocument/2006/relationships/slide" Target="/ppt/slides/slide20.xml" Id="Rce8faf46546348f3" /><Relationship Type="http://schemas.openxmlformats.org/officeDocument/2006/relationships/slide" Target="/ppt/slides/slide21.xml" Id="Rdd7c0cd61f274cec" /><Relationship Type="http://schemas.openxmlformats.org/officeDocument/2006/relationships/slide" Target="/ppt/slides/slide22.xml" Id="R6795eb92a5114f7c" /><Relationship Type="http://schemas.openxmlformats.org/officeDocument/2006/relationships/slide" Target="/ppt/slides/slide23.xml" Id="R751b8e1a4e74449c" /><Relationship Type="http://schemas.openxmlformats.org/officeDocument/2006/relationships/slide" Target="/ppt/slides/slide24.xml" Id="Rd019ad905b6f451a" /><Relationship Type="http://schemas.openxmlformats.org/officeDocument/2006/relationships/slide" Target="/ppt/slides/slide25.xml" Id="R5d6c33301e93423e" /><Relationship Type="http://schemas.openxmlformats.org/officeDocument/2006/relationships/slide" Target="/ppt/slides/slide26.xml" Id="R626b81b4cc3f41dd" /><Relationship Type="http://schemas.openxmlformats.org/officeDocument/2006/relationships/slide" Target="/ppt/slides/slide27.xml" Id="R5d8a4f62b02b4fa6" /><Relationship Type="http://schemas.openxmlformats.org/officeDocument/2006/relationships/slide" Target="/ppt/slides/slide28.xml" Id="R5fe962bfa7eb460b" /><Relationship Type="http://schemas.openxmlformats.org/officeDocument/2006/relationships/slide" Target="/ppt/slides/slide29.xml" Id="R9a8aa1094e284c2a" /><Relationship Type="http://schemas.openxmlformats.org/officeDocument/2006/relationships/slide" Target="/ppt/slides/slide30.xml" Id="R6c7ddcf43d784ddc" /><Relationship Type="http://schemas.openxmlformats.org/officeDocument/2006/relationships/slide" Target="/ppt/slides/slide31.xml" Id="Radd3b54d867c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a8b45e5e440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cdd56075884956" /><Relationship Type="http://schemas.openxmlformats.org/officeDocument/2006/relationships/notesMaster" Target="/ppt/notesMasters/notesMaster1.xml" Id="R0531b10c2b6742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b61ef9fc1f438f" /><Relationship Type="http://schemas.openxmlformats.org/officeDocument/2006/relationships/notesMaster" Target="/ppt/notesMasters/notesMaster1.xml" Id="Rdf1d8dc3e5d643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139ea3abe74605" /><Relationship Type="http://schemas.openxmlformats.org/officeDocument/2006/relationships/notesMaster" Target="/ppt/notesMasters/notesMaster1.xml" Id="Red1be8b7ad7444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a02f46157b42a5" /><Relationship Type="http://schemas.openxmlformats.org/officeDocument/2006/relationships/notesMaster" Target="/ppt/notesMasters/notesMaster1.xml" Id="R79056c65f0f04e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c9a4d36a14234" /><Relationship Type="http://schemas.openxmlformats.org/officeDocument/2006/relationships/notesMaster" Target="/ppt/notesMasters/notesMaster1.xml" Id="Re1a9cc9c117e4b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44a4e5346c45e4" /><Relationship Type="http://schemas.openxmlformats.org/officeDocument/2006/relationships/notesMaster" Target="/ppt/notesMasters/notesMaster1.xml" Id="Rdb3b3735f0894e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683cc2ab764481" /><Relationship Type="http://schemas.openxmlformats.org/officeDocument/2006/relationships/notesMaster" Target="/ppt/notesMasters/notesMaster1.xml" Id="R5823c2c650f74a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2c803a309c428c" /><Relationship Type="http://schemas.openxmlformats.org/officeDocument/2006/relationships/notesMaster" Target="/ppt/notesMasters/notesMaster1.xml" Id="Rfd70fc9f5e4e40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8d52b5cfbe4109" /><Relationship Type="http://schemas.openxmlformats.org/officeDocument/2006/relationships/notesMaster" Target="/ppt/notesMasters/notesMaster1.xml" Id="R52f65701ff7f44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58b69e2d384330" /><Relationship Type="http://schemas.openxmlformats.org/officeDocument/2006/relationships/notesMaster" Target="/ppt/notesMasters/notesMaster1.xml" Id="R7d2784af3b0d4c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b75f5f692947a0" /><Relationship Type="http://schemas.openxmlformats.org/officeDocument/2006/relationships/notesMaster" Target="/ppt/notesMasters/notesMaster1.xml" Id="R0bb7e204839f40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222790ebf64557" /><Relationship Type="http://schemas.openxmlformats.org/officeDocument/2006/relationships/notesMaster" Target="/ppt/notesMasters/notesMaster1.xml" Id="R9ffbecae4ece43b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72f7ce47074a96" /><Relationship Type="http://schemas.openxmlformats.org/officeDocument/2006/relationships/notesMaster" Target="/ppt/notesMasters/notesMaster1.xml" Id="R4e3d62ceca1d44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a2e4e51eb94647" /><Relationship Type="http://schemas.openxmlformats.org/officeDocument/2006/relationships/notesMaster" Target="/ppt/notesMasters/notesMaster1.xml" Id="R3d73b720f5ce4d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b9cf26f01a40a6" /><Relationship Type="http://schemas.openxmlformats.org/officeDocument/2006/relationships/notesMaster" Target="/ppt/notesMasters/notesMaster1.xml" Id="Re2348ba554ec4b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56cfa5ce274110" /><Relationship Type="http://schemas.openxmlformats.org/officeDocument/2006/relationships/notesMaster" Target="/ppt/notesMasters/notesMaster1.xml" Id="R8c3a4853fd1544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6c16b017c04622" /><Relationship Type="http://schemas.openxmlformats.org/officeDocument/2006/relationships/notesMaster" Target="/ppt/notesMasters/notesMaster1.xml" Id="R176bd24fae2743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73dc3cff9d4f2b" /><Relationship Type="http://schemas.openxmlformats.org/officeDocument/2006/relationships/notesMaster" Target="/ppt/notesMasters/notesMaster1.xml" Id="Rb7c2c088289245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9400c7be9604843" /><Relationship Type="http://schemas.openxmlformats.org/officeDocument/2006/relationships/notesMaster" Target="/ppt/notesMasters/notesMaster1.xml" Id="Rc5c4523c4b6548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254f9e821244ee" /><Relationship Type="http://schemas.openxmlformats.org/officeDocument/2006/relationships/notesMaster" Target="/ppt/notesMasters/notesMaster1.xml" Id="R3ed68509ae61464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99d21163864d21" /><Relationship Type="http://schemas.openxmlformats.org/officeDocument/2006/relationships/notesMaster" Target="/ppt/notesMasters/notesMaster1.xml" Id="R944983fb18d746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411d27061646f2" /><Relationship Type="http://schemas.openxmlformats.org/officeDocument/2006/relationships/notesMaster" Target="/ppt/notesMasters/notesMaster1.xml" Id="R6f576fc2795d40a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8b59306fd84514" /><Relationship Type="http://schemas.openxmlformats.org/officeDocument/2006/relationships/notesMaster" Target="/ppt/notesMasters/notesMaster1.xml" Id="Ra88e94ed79c241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b0abbcea6f420d" /><Relationship Type="http://schemas.openxmlformats.org/officeDocument/2006/relationships/notesMaster" Target="/ppt/notesMasters/notesMaster1.xml" Id="R8d8056600c2c49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6fab913cff4e86" /><Relationship Type="http://schemas.openxmlformats.org/officeDocument/2006/relationships/notesMaster" Target="/ppt/notesMasters/notesMaster1.xml" Id="Re01f08b49fdf493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0fa260df61408f" /><Relationship Type="http://schemas.openxmlformats.org/officeDocument/2006/relationships/notesMaster" Target="/ppt/notesMasters/notesMaster1.xml" Id="Ra1052eb23731468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3a72c23bd04fc0" /><Relationship Type="http://schemas.openxmlformats.org/officeDocument/2006/relationships/notesMaster" Target="/ppt/notesMasters/notesMaster1.xml" Id="Re161b4174767445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ca873af5a934873" /><Relationship Type="http://schemas.openxmlformats.org/officeDocument/2006/relationships/notesMaster" Target="/ppt/notesMasters/notesMaster1.xml" Id="R2499c0b3e76f48a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debf651962043a1" /><Relationship Type="http://schemas.openxmlformats.org/officeDocument/2006/relationships/notesMaster" Target="/ppt/notesMasters/notesMaster1.xml" Id="R50576b51b133407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afa79ecfd124a20" /><Relationship Type="http://schemas.openxmlformats.org/officeDocument/2006/relationships/notesMaster" Target="/ppt/notesMasters/notesMaster1.xml" Id="R96ec134d6078455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48ed779cda44696" /><Relationship Type="http://schemas.openxmlformats.org/officeDocument/2006/relationships/notesMaster" Target="/ppt/notesMasters/notesMaster1.xml" Id="R12079ea2024548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09:00–10:30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не є зарядкою або ноутбуком, це стандарт з’єднання. MCP так само не є моделлю чи базою.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tools, функції, якими керує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10:30–12:00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називайте весь застосунок «моделлю». Claude як модель обирає крок. Агентний цикл виконує кроки. Python-функції роблять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 → describe_table →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12:00–14:00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14:00–15:30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— текстові потоки між двома процесами на одному комп’ютері. HTTP — мережевий протокол, тому сервер може жити окремо.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server/main.py це один if за MCP_TRANSPORT. Це головний місток між локальним демо й командним сервісом.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Фінал:</a:t>
            </a:r>
          </a:p>
          <a:p xmlns:a="http://schemas.openxmlformats.org/drawingml/2006/main">
            <a:r>
              <a:t>1. MCP дає моделі контрольовані інструменти.</a:t>
            </a:r>
          </a:p>
          <a:p xmlns:a="http://schemas.openxmlformats.org/drawingml/2006/main">
            <a:r>
              <a:t>2. Безпеку тримають права бази, не надія на промпт.</a:t>
            </a:r>
          </a:p>
          <a:p xmlns:a="http://schemas.openxmlformats.org/drawingml/2006/main">
            <a:r>
              <a:t>3. Один і той самий сервер працює локально через stdio та в Railway через HTTP.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Наступні кроки з репозиторію: docs/NEXT-STEPS.md, docs/DEPLOY.md,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Запросіть питання. Якщо часу немає, дайте QR або посилання на репозиторій окремо в чаті мітапу.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a4afb1eef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2c1fd5d2a240f3" /><Relationship Type="http://schemas.openxmlformats.org/officeDocument/2006/relationships/slideLayout" Target="/ppt/slideLayouts/slideLayout1.xml" Id="R6615498319be48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15498319be48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392c779d04c4f" /><Relationship Type="http://schemas.openxmlformats.org/officeDocument/2006/relationships/image" Target="/ppt/media/image.png" Id="Rdfcd3dea69864c55" /><Relationship Type="http://schemas.openxmlformats.org/officeDocument/2006/relationships/image" Target="/ppt/media/image2.png" Id="R35385c7907814c59" /><Relationship Type="http://schemas.openxmlformats.org/officeDocument/2006/relationships/notesSlide" Target="/ppt/notesSlides/notesSlide1.xml" Id="R5356750c42f845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84a3cf1284496" /><Relationship Type="http://schemas.openxmlformats.org/officeDocument/2006/relationships/notesSlide" Target="/ppt/notesSlides/notesSlide2.xml" Id="Rb5a8a814afe147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adc6d03a44aa7" /><Relationship Type="http://schemas.openxmlformats.org/officeDocument/2006/relationships/notesSlide" Target="/ppt/notesSlides/notesSlide3.xml" Id="Rf311fa6b50bb4b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a3ee2417d4010" /><Relationship Type="http://schemas.openxmlformats.org/officeDocument/2006/relationships/notesSlide" Target="/ppt/notesSlides/notesSlide4.xml" Id="Rf0bdcd4a9d0e4f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36c05818245c0" /><Relationship Type="http://schemas.openxmlformats.org/officeDocument/2006/relationships/notesSlide" Target="/ppt/notesSlides/notesSlide5.xml" Id="R73933daa727d45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30be1a6064d50" /><Relationship Type="http://schemas.openxmlformats.org/officeDocument/2006/relationships/image" Target="/ppt/media/image3.png" Id="R6968ee2bcfd34ce2" /><Relationship Type="http://schemas.openxmlformats.org/officeDocument/2006/relationships/image" Target="/ppt/media/image.svg" Id="R0ca152cf911b45f4" /><Relationship Type="http://schemas.openxmlformats.org/officeDocument/2006/relationships/image" Target="/ppt/media/image4.png" Id="Rec44a33c0dc54176" /><Relationship Type="http://schemas.openxmlformats.org/officeDocument/2006/relationships/image" Target="/ppt/media/image2.svg" Id="R5ca792f7ffe14588" /><Relationship Type="http://schemas.openxmlformats.org/officeDocument/2006/relationships/notesSlide" Target="/ppt/notesSlides/notesSlide6.xml" Id="R8b0e847e881a4b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80900a49742c2" /><Relationship Type="http://schemas.openxmlformats.org/officeDocument/2006/relationships/image" Target="/ppt/media/image5.png" Id="R3ad444940d794190" /><Relationship Type="http://schemas.openxmlformats.org/officeDocument/2006/relationships/image" Target="/ppt/media/image3.svg" Id="Rfe7affbd7d764b76" /><Relationship Type="http://schemas.openxmlformats.org/officeDocument/2006/relationships/notesSlide" Target="/ppt/notesSlides/notesSlide7.xml" Id="R70957353823946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030850d404e99" /><Relationship Type="http://schemas.openxmlformats.org/officeDocument/2006/relationships/image" Target="/ppt/media/image6.png" Id="R1b5a34fca9164b97" /><Relationship Type="http://schemas.openxmlformats.org/officeDocument/2006/relationships/image" Target="/ppt/media/image4.svg" Id="Rdacacf473da14dcc" /><Relationship Type="http://schemas.openxmlformats.org/officeDocument/2006/relationships/image" Target="/ppt/media/image7.png" Id="R16d8760a92074f4a" /><Relationship Type="http://schemas.openxmlformats.org/officeDocument/2006/relationships/image" Target="/ppt/media/image5.svg" Id="R43acc1896a2248b7" /><Relationship Type="http://schemas.openxmlformats.org/officeDocument/2006/relationships/notesSlide" Target="/ppt/notesSlides/notesSlide8.xml" Id="R8e13628188574c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d623dee4e45aa" /><Relationship Type="http://schemas.openxmlformats.org/officeDocument/2006/relationships/image" Target="/ppt/media/image8.png" Id="R563a3de62ad7407b" /><Relationship Type="http://schemas.openxmlformats.org/officeDocument/2006/relationships/image" Target="/ppt/media/image6.svg" Id="R48e78922532345b4" /><Relationship Type="http://schemas.openxmlformats.org/officeDocument/2006/relationships/notesSlide" Target="/ppt/notesSlides/notesSlide9.xml" Id="R82f4eaf74fa04c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c34f1f7b14909" /><Relationship Type="http://schemas.openxmlformats.org/officeDocument/2006/relationships/notesSlide" Target="/ppt/notesSlides/notesSlide10.xml" Id="Rea19a3754f6e4b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7dbaf09d7472f" /><Relationship Type="http://schemas.openxmlformats.org/officeDocument/2006/relationships/notesSlide" Target="/ppt/notesSlides/notesSlide11.xml" Id="R55ba0a8ffa964b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bdbb4632942de" /><Relationship Type="http://schemas.openxmlformats.org/officeDocument/2006/relationships/notesSlide" Target="/ppt/notesSlides/notesSlide12.xml" Id="R8e8810a4994744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39181ee8f41a2" /><Relationship Type="http://schemas.openxmlformats.org/officeDocument/2006/relationships/notesSlide" Target="/ppt/notesSlides/notesSlide13.xml" Id="R599ef674d4824f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6e4de97d44a26" /><Relationship Type="http://schemas.openxmlformats.org/officeDocument/2006/relationships/notesSlide" Target="/ppt/notesSlides/notesSlide14.xml" Id="Rd9e2c156a21848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ba6070bae4e9e" /><Relationship Type="http://schemas.openxmlformats.org/officeDocument/2006/relationships/notesSlide" Target="/ppt/notesSlides/notesSlide15.xml" Id="R40febdb6367541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fe4db29a74c41" /><Relationship Type="http://schemas.openxmlformats.org/officeDocument/2006/relationships/notesSlide" Target="/ppt/notesSlides/notesSlide16.xml" Id="Rff757525c62f49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c2c5b2f554f73" /><Relationship Type="http://schemas.openxmlformats.org/officeDocument/2006/relationships/notesSlide" Target="/ppt/notesSlides/notesSlide17.xml" Id="R0310ae6ebf6041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25d54bbb44142" /><Relationship Type="http://schemas.openxmlformats.org/officeDocument/2006/relationships/notesSlide" Target="/ppt/notesSlides/notesSlide18.xml" Id="R7dd4cbe38f5340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05cef9d764212" /><Relationship Type="http://schemas.openxmlformats.org/officeDocument/2006/relationships/notesSlide" Target="/ppt/notesSlides/notesSlide19.xml" Id="R5769650c7c6749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9e1292d2a4130" /><Relationship Type="http://schemas.openxmlformats.org/officeDocument/2006/relationships/notesSlide" Target="/ppt/notesSlides/notesSlide20.xml" Id="R87c57e37b26147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9fb9b35084fb6" /><Relationship Type="http://schemas.openxmlformats.org/officeDocument/2006/relationships/notesSlide" Target="/ppt/notesSlides/notesSlide21.xml" Id="R7455c2e750374a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10d8712f4d8d" /><Relationship Type="http://schemas.openxmlformats.org/officeDocument/2006/relationships/notesSlide" Target="/ppt/notesSlides/notesSlide22.xml" Id="Rf58ad92c6b6c4d6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3cd3e5b9c4fa1" /><Relationship Type="http://schemas.openxmlformats.org/officeDocument/2006/relationships/notesSlide" Target="/ppt/notesSlides/notesSlide23.xml" Id="R17b511e0c2534d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48871298e44be" /><Relationship Type="http://schemas.openxmlformats.org/officeDocument/2006/relationships/notesSlide" Target="/ppt/notesSlides/notesSlide24.xml" Id="Rd51a9dea8b854b6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8b736b19148e9" /><Relationship Type="http://schemas.openxmlformats.org/officeDocument/2006/relationships/image" Target="/ppt/media/image9.png" Id="R9f43a66f387848dc" /><Relationship Type="http://schemas.openxmlformats.org/officeDocument/2006/relationships/image" Target="/ppt/media/image7.svg" Id="R7949bab1bd4244f5" /><Relationship Type="http://schemas.openxmlformats.org/officeDocument/2006/relationships/notesSlide" Target="/ppt/notesSlides/notesSlide25.xml" Id="Rdad6794e27224e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0fde3f3aa4999" /><Relationship Type="http://schemas.openxmlformats.org/officeDocument/2006/relationships/image" Target="/ppt/media/image10.png" Id="R9c90c23b2d1f4a38" /><Relationship Type="http://schemas.openxmlformats.org/officeDocument/2006/relationships/image" Target="/ppt/media/image8.svg" Id="R19ac64dec75b4320" /><Relationship Type="http://schemas.openxmlformats.org/officeDocument/2006/relationships/notesSlide" Target="/ppt/notesSlides/notesSlide26.xml" Id="R5521d5a790aa4e3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576aeede74e3d" /><Relationship Type="http://schemas.openxmlformats.org/officeDocument/2006/relationships/notesSlide" Target="/ppt/notesSlides/notesSlide27.xml" Id="R0041d217ab4b42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65c251bfe4976" /><Relationship Type="http://schemas.openxmlformats.org/officeDocument/2006/relationships/notesSlide" Target="/ppt/notesSlides/notesSlide28.xml" Id="Ra577302cd51b4d7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4510a33414a17" /><Relationship Type="http://schemas.openxmlformats.org/officeDocument/2006/relationships/image" Target="/ppt/media/image11.png" Id="R76b791bbe39c4b17" /><Relationship Type="http://schemas.openxmlformats.org/officeDocument/2006/relationships/image" Target="/ppt/media/image9.svg" Id="R3248d98c330e44e8" /><Relationship Type="http://schemas.openxmlformats.org/officeDocument/2006/relationships/image" Target="/ppt/media/image12.png" Id="Reb921bffcfac4f5a" /><Relationship Type="http://schemas.openxmlformats.org/officeDocument/2006/relationships/image" Target="/ppt/media/image10.svg" Id="R48423ee41b1f4efd" /><Relationship Type="http://schemas.openxmlformats.org/officeDocument/2006/relationships/image" Target="/ppt/media/image13.png" Id="Rcaff4995bb3443b6" /><Relationship Type="http://schemas.openxmlformats.org/officeDocument/2006/relationships/image" Target="/ppt/media/image11.svg" Id="R625effd73b7544fa" /><Relationship Type="http://schemas.openxmlformats.org/officeDocument/2006/relationships/image" Target="/ppt/media/image14.png" Id="Rc1202e422d9c44ce" /><Relationship Type="http://schemas.openxmlformats.org/officeDocument/2006/relationships/image" Target="/ppt/media/image12.svg" Id="R7736eefd3b814791" /><Relationship Type="http://schemas.openxmlformats.org/officeDocument/2006/relationships/image" Target="/ppt/media/image15.png" Id="Rafba2088f2944126" /><Relationship Type="http://schemas.openxmlformats.org/officeDocument/2006/relationships/image" Target="/ppt/media/image13.svg" Id="R7ea94aa036de4de3" /><Relationship Type="http://schemas.openxmlformats.org/officeDocument/2006/relationships/notesSlide" Target="/ppt/notesSlides/notesSlide29.xml" Id="R6b8c75f6dc3a44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1f4b4755f4968" /><Relationship Type="http://schemas.openxmlformats.org/officeDocument/2006/relationships/notesSlide" Target="/ppt/notesSlides/notesSlide30.xml" Id="R6d032fc67aa04bb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0995682e74e52" /><Relationship Type="http://schemas.openxmlformats.org/officeDocument/2006/relationships/image" Target="/ppt/media/image16.png" Id="R53e7be7c7d184231" /><Relationship Type="http://schemas.openxmlformats.org/officeDocument/2006/relationships/notesSlide" Target="/ppt/notesSlides/notesSlide31.xml" Id="R83e40095b6eb4d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755E2-7FBF-44D0-9CF2-BC608025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F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B70FA-09D7-4D39-AC94-24152BBC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1475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d3dea69864c55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18614-203E-424D-ABA7-B7E4B108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50-ХВИЛИННИЙ ВОРКШОП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5BA65-6BAD-4055-AF02-4D8F1D3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55A57-1399-4BAA-9B89-A9B52154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Від локального MCP до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67AC5-0E73-4FF6-B9E2-48FE2260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D42D5-C55A-4883-AA7B-AB7780F7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Простий шлях: зрозуміти → запустити → побачити → задеплоїти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85c7907814c59"/>
          <a:stretch xmlns:a="http://schemas.openxmlformats.org/drawingml/2006/main"/>
        </p:blipFill>
        <p:spPr>
          <a:xfrm xmlns:a="http://schemas.openxmlformats.org/drawingml/2006/main">
            <a:off x="7715250" y="2244429"/>
            <a:ext cx="4000500" cy="3559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7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094A8-418E-49B0-9F7E-7F4BE51B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11CBC-C64D-4517-BB55-208D5C69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E4E6F-5166-4709-99AE-61D53C8A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CF2D1-195F-4617-8390-4B96E701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5755F-AC16-4A43-9691-F3CDF170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50 хвилин ми пройдемо весь шлях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60079-BC3A-4BF5-989F-73607380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E5DE2-6C29-4CDC-9A20-CDA28096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00–10 ХВ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C5931-4779-4442-B78C-FBCB128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Мова без жаргону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78F3E-0FC8-45FE-8B9A-9AC7FD53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DF679-E540-48CA-9C6B-1A09258A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C9AE7-6A32-4264-99AA-D9017963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10–25 ХВ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5E3C2-4368-45DB-A8DB-1A68D0F3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88260-142C-40AE-97F8-A2A3921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EBE91-A806-4803-8183-1617D408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68041-38C3-4D93-B8B1-D6800535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25–39 ХВ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DE1BC-97C9-4612-9413-0F766E50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A0A86-E531-4CE5-927F-113B0788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71C00-C524-47C8-89AB-CFF35FE7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FEBA8-F87B-4455-9326-DA0EDE4B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39–49 ХВ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48D8B5-582B-42E5-A412-722FD2C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1CD4B-9E9F-4F3C-A82B-0A07C9CA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86E54-4334-4CCB-98BD-CA663321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Залишаємо 1 хвилину на перемикання й питання по ходу</a:t>
            </a:r>
          </a:p>
        </p:txBody>
      </p:sp>
    </p:spTree>
    <p:extLst>
      <p:ext uri="{BB962C8B-B14F-4D97-AF65-F5344CB8AC3E}">
        <p14:creationId xmlns:p14="http://schemas.microsoft.com/office/powerpoint/2010/main" val="700780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FFBEE-6F26-46DD-9CB8-F162EEF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1C51C-9ACA-4F9B-961C-10279B95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F088E-B5B5-4077-BAF5-EAA3E424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5B02-22E7-458A-8904-E90C9B6A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5B0C2-35C4-49F7-90FB-160DF0E6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Результат: звичайне питання стає перевіреною відповіддю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289BD-AEC9-4016-AC42-699D431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C4A7F-5761-44DF-ABB9-A5286DD4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4A05A-7CBE-496E-9AD9-1F6809AF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7D0EE-AA75-45CD-A12C-C80EE970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E462B-E9DF-461D-BE3B-AC21D861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D9A61-079D-4F68-8C50-E4ECCBB5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54FFE-E5B4-4F5A-A948-09200DEE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3AED5-F9B5-4A26-B3A1-A0448320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31735-1105-403C-B4CF-B4C30289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1185694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2DFA2-073E-4EB0-A32B-087D4C6F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FC0B-052F-4784-BECB-632B4AD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5B641-E937-49D0-9CA2-19B85E3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A65C-11D8-4F37-98B3-99D946C8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BA10-2A50-4B4C-801F-B74B82F9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Проєкт у одному реченні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25815-B959-46C7-B2D2-784A459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отримує безпечні інструменти для аналізу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AC48B-BFD9-443A-9BA8-6C11C46F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81695-1DE5-4AB0-9D6C-6FE794F5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70717-1AFC-4587-887A-4D85334F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2197F-C040-4315-A22E-E9F797C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05601-B9C1-4A4D-8FBB-BFA16136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3DFC5-4D11-40F0-A091-6CEC0BDC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EE1B1-1F88-4FF9-ACEB-1F92394B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П’ять функцій замість необмеженого доступу</a:t>
            </a:r>
          </a:p>
        </p:txBody>
      </p:sp>
    </p:spTree>
    <p:extLst>
      <p:ext uri="{BB962C8B-B14F-4D97-AF65-F5344CB8AC3E}">
        <p14:creationId xmlns:p14="http://schemas.microsoft.com/office/powerpoint/2010/main" val="1373521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9EBE55-8138-4A3D-A714-07163ED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56FE7-8B9A-4AAC-BEA8-7BFE62CA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90A72-5E1A-47D3-8525-74B5A7F0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C9BE6-CA52-45C1-A26A-F0D363BE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2EE28-6507-43E8-8910-4B08732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Шість слів, які треба розрізняти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741F6-704F-481C-9D6E-7DDA9C8F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56F4D-0F8A-416D-96E0-E922369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3C806-B9FE-454F-A1A6-7456D62F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DC025-7C72-4A8A-AD87-26674042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EC7D3-0D43-447F-8BE3-B1937300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BBBAD-953D-42C8-A6BC-17100AE9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807D6-64B8-43D2-98D6-46F6552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45029-DDB0-4354-826F-35306F6E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B256E-2F6D-4043-8E38-2500E347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62312-8F4C-4ACC-A9F6-70ABCBE0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7515C-49E3-4547-ACA6-FC15018D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EE104D-AA7C-4A14-BB15-0B64594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45604-50F6-4BF9-9BF3-37438CAD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913E8B-E973-471B-93FF-D4A37AE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A95A0-F537-4661-BCB0-C75E9AB5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6DF7A-1E90-4603-BD8D-C10E7B4D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4ED15-98D5-427B-A09E-3B50440C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58F698-0249-41CB-A817-59118676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91A6E-21E5-42AD-B3D0-5515A6EA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F1A0B-6C8A-4845-A557-833F54A8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D66CA-CFC0-4AFB-8FD9-5D288AD4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5FE25-AEC0-42BA-A637-1C10A14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1A42D-E615-4E24-B7E9-4703D124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6C9EE5-0E48-4C87-B020-F841FF6B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55F59-0B28-45F7-9A3D-0EA8C37B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6DC87-FBE2-42B6-AB61-CD9425F7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A21714-DB05-44CC-8C45-A25C359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0E5D58-58A7-4023-A970-386F5EEF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9892A-F0CD-4340-B8FE-4869BF0C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запускає сервіс там, де він доступний іншим</a:t>
            </a:r>
          </a:p>
        </p:txBody>
      </p:sp>
    </p:spTree>
    <p:extLst>
      <p:ext uri="{BB962C8B-B14F-4D97-AF65-F5344CB8AC3E}">
        <p14:creationId xmlns:p14="http://schemas.microsoft.com/office/powerpoint/2010/main" val="202776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BFCB4-8243-4AE0-A9E6-4EE3375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EB4D2-87D2-4443-8E96-7E80FCEB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3DFBE-593F-4FEF-B77B-F0AB5EE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E24FE-DE35-4ABD-BC08-55050499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10797-6594-4163-B5BE-1C8ECF0C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зберігає репозиторій онлайн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7AB46-B85D-482E-834D-8945E3C3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C04EB-5C2B-4ECA-AFC1-6CD06F1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8ee2bcfd34ce2">
            <a:extLst>
              <a:ext uri="{96DAC541-7B7A-43D3-8B79-37D633B846F1}">
                <asvg:svgBlip xmlns:asvg="http://schemas.microsoft.com/office/drawing/2016/SVG/main" r:embed="R0ca152cf911b45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4a33c0dc54176">
            <a:extLst>
              <a:ext uri="{96DAC541-7B7A-43D3-8B79-37D633B846F1}">
                <asvg:svgBlip xmlns:asvg="http://schemas.microsoft.com/office/drawing/2016/SVG/main" r:embed="R5ca792f7ffe145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078E3-1C44-42B6-8766-382B1B44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8394F-F3E3-4627-A66D-FAA5FFCF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C8964-E712-4334-81BE-9766A9F6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3B128-D2D6-4328-90BE-BCD44935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82CE6-6924-4929-A3FD-887A4248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C9598-D21B-406C-AFA7-00C96CB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24F95-7978-4D15-8D0F-C079F01D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2815627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88F5F-6943-4582-ADBF-D1784AC4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83CBD-1B0F-4365-ABA9-12483C5F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F2A3B-A99F-4A7E-BB54-0DC5B1B2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7BF92-C928-4B48-8A6D-960CC197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36736-75BA-4622-8357-3D087990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444940d794190">
            <a:extLst>
              <a:ext uri="{96DAC541-7B7A-43D3-8B79-37D633B846F1}">
                <asvg:svgBlip xmlns:asvg="http://schemas.microsoft.com/office/drawing/2016/SVG/main" r:embed="Rfe7affbd7d764b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1714500"/>
            <a:ext cx="2857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91A26-D93F-4B10-B837-C6817A4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28666-25DC-409E-9C3A-0BB69B75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BC4C3-9909-463F-95CB-4D1B44FF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3BA56-F7DD-4D96-AD7C-ABF2A2E7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3CBC8-5D42-427A-AD8A-E629868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0B119-9871-4D6C-B492-386BA91D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E8540-5B4A-4112-AC6C-E20FF9E0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D4709-3522-4F62-9270-5D931CBE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EB770-3A6B-4096-A0A2-52E73653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1867483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38A8B-2625-45BF-8B17-4F6CF3D7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4E4C6-CB50-41EE-9709-19A8DC7D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7AB62-57FC-4F53-A120-079A87DD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66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61ECA-C8CC-4B17-BDCC-C6859BA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14C0A-4ABE-492C-A05E-C78913BA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22829-8C7D-4D9C-A555-D852F64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0AFD2-FF1B-4E13-98FB-DA83C43E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a34fca9164b97">
            <a:extLst>
              <a:ext uri="{96DAC541-7B7A-43D3-8B79-37D633B846F1}">
                <asvg:svgBlip xmlns:asvg="http://schemas.microsoft.com/office/drawing/2016/SVG/main" r:embed="Rdacacf473da14dc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8760a92074f4a">
            <a:extLst>
              <a:ext uri="{96DAC541-7B7A-43D3-8B79-37D633B846F1}">
                <asvg:svgBlip xmlns:asvg="http://schemas.microsoft.com/office/drawing/2016/SVG/main" r:embed="R43acc1896a2248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3F7F5-DC81-488B-ACCE-3A28C63F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C658A-CF29-4726-85F6-21E43A0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1A281-F93F-43D7-A69A-FE518B38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99A95-F289-4BD0-8B24-0F827D6E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47E02-E8B0-4B62-A5D4-E7182983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1652198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EFBAB-6C42-432C-801A-B56F9995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7ABC2-BA30-41C0-A8FF-7DC8DF3C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339BA-73E6-4224-BCF8-FBCBB8C2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1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DF0B8-B0CE-497D-A7F3-1D586BA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95ECB-1BA8-426F-AE1A-33A1696C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— спільна мова між AI-клієнтом та інструментами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a3de62ad7407b">
            <a:extLst>
              <a:ext uri="{96DAC541-7B7A-43D3-8B79-37D633B846F1}">
                <asvg:svgBlip xmlns:asvg="http://schemas.microsoft.com/office/drawing/2016/SVG/main" r:embed="R48e78922532345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2EB4B-3C72-4A13-8E89-77A578E1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42A37-493E-4EC5-818A-EF8A5AC7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DBE92-5E34-4C03-A9E7-EE1FF7C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CC960-D04C-4AAA-802E-060BBB5E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A53FE-D408-4ADB-B022-F9206B2A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70253-B0BB-4DA0-A373-8944B634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37EF4-DB14-4FC0-A118-BCE5652A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D7C5EF-CCCB-4D6D-93B1-DEBD5835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2076435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77689E-30FE-4A6F-81A0-1C470332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2D7B-76B7-4D7B-A46B-966EE61F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1A639-D334-41AE-97D5-42698533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171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2EA7C-6FA1-484C-AF97-2C83BF42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E674A-6E70-4FC4-9832-764A4032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72143-9DD1-4EC0-B17F-174B939E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AEB8F-AD5E-42AD-8FE8-7915F122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EA0BB-B90F-43DF-9C0E-CFB4CD96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8555C-A568-4B15-8EB4-FE268216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235FF-F9D5-490D-B54E-31EA9A2E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63E88-7B3A-46B9-9839-F84D473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FC366-2F93-4F23-B894-061B8438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E617B-7093-4186-A167-6910CB69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964A6-DB23-4983-B393-F151A05D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6B635-67EB-46E0-B397-1C4EC78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0B6C2-3A42-4832-AE82-227BD1B7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B73C8-B2C5-4066-ADBD-2B3B59ED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B5E3B-0C0D-4CBD-9E31-2E707123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BE507-B541-4527-9FE0-92D77C55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CDC0F-F617-4C7B-A3CB-8DC70238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02330-BC83-44ED-95AF-1E4790C8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20526681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E183F-6585-41C2-A3F2-E064EE0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DDF8-E7EE-4890-ADCD-A019276B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87FA2-952C-415E-9BF1-1692B68E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856F-D2F9-47B8-9C8A-3F2DFC28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3DFC7-3A38-4D99-899A-1789EE9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Архітектура: доступ до даних проходить через MCP-сервер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05ED7-EF22-4529-8BAB-E06A4821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DE42D-C9F2-4BB8-8D12-FF57FCA1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32889-F0D3-455F-8DB8-55DC1BC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7CC4B-FA65-42B3-807F-60A653D6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1F47C-AD78-4694-88F5-45157519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9486B-6950-4C90-8774-77B3B633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D5953-F535-4BDE-8071-9CF13F34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F2FB2-04FF-49A9-822E-A27FED5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F39EE-8C39-4F6C-94DF-6163DDE8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77FCD-C55C-4720-844C-77CF974C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85FAD-8206-498F-9E40-D52D958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4AF01-9476-4C03-87E8-43629FA1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55299-8AD2-4BC0-BA8F-7FA70601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F1208-E2DA-4020-9E27-781FD3BB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543702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111C37-E3DD-4C83-BEAE-37C29C2D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E0147-245D-4084-B5B6-E2B92C0F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A7751-F001-4928-BC46-D7A0B3D4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87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81D2E-28E8-49D8-9708-C22529AD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C2636-C463-4F86-86F2-39BD7D57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BF2E9-F873-494E-9C28-361DEACA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91F0A-40CF-4FBD-9FA4-7363F4DC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CD353C-8CB3-4D46-96F9-F10DF310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C5716-D772-45BB-A64B-2BCF5CE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7BA69-85DD-4712-8A22-98197725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5E819-B938-4277-9CB8-F6085BA4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338FE-068C-4363-B56C-76ADE91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53B19-BD51-425C-97CE-96DCC7C3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E2C39-7008-472F-9E48-6711F50E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54D67-4F9A-4F72-8E34-DCDEF08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6D4E7-76EF-4AE9-BC69-6E6AD7B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C06CB-2913-431B-AAC6-3EE3F911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9C69E-2A3D-4604-8601-D18C5827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5E929A-0574-4903-8151-17B64E94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D9FC82-7DA2-42FA-9D82-5E7C6E1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D0E72-A760-47BB-BCFE-F384584E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D91A0-93EE-480D-91DB-B710858F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2F6B5-277F-48B9-9437-596F1B9C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7D6AD-B4D4-4A31-964D-99A02743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69CED0-3828-4362-8F6D-D6558593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68CF0-0BFB-48DD-9388-7313F0B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44E748-2A7D-46B6-90F9-3C6B20B0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A8723-CFF4-44B7-92DB-B1A8871B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9EFF80-EF8E-4F8C-B1BF-E0B61585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4687D3-271E-4ACD-8AE7-DC9CB24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1173534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384E4-3DD1-451F-BE3A-B9C2105B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5F9BA-B9E1-4BA2-8E85-505C08FB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47E2B-B746-4D91-B390-2E632F7D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29FD5-867F-4E10-A203-058C29D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4E291-E959-44A6-B02E-AAA878B5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 покривають шлях від схеми до прогнозу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AA18C-7247-41D3-9C82-3FFB54C0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E3877-AA1A-4AB7-94B8-337923CF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F8529-7481-43A3-81C7-5F428445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66C8B-A404-46B2-A012-4DE7401A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DE75B-2F6F-4A9C-BACB-8DB3BB9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3F040-5843-4F80-9F3E-30ACFBB6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0A492-FAE6-4EAF-926E-D368F16B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AD4FA-D763-41FA-B350-423A88EC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B111A-4927-4FAA-B735-3718B4A2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3DEBE-4879-4DCE-846B-B7E29C6D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835D7-36BF-4AAD-9A38-BF98EDE2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62B54F-DA46-44EC-BB80-89268F4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397B5-0F62-4C3B-B078-1D272DD1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E0053-D3C5-46D1-B745-6015C947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5FF48-C356-423B-B7E9-5552B18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3B3C8-C28C-4E0B-A6D6-ED64A80E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C2B34-0433-44E1-9F29-8CD4DA0A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90B9A-6368-4079-8751-512A2D68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DF196F-30D2-4C21-BA0C-260D1451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FF269-6836-4292-B5A7-2B04E2C9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73B4B-6DB5-4C10-9D3E-5EB82D28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FEFBE-D6EC-4B66-A557-4B36C369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ED248-E2CD-4065-8C37-EE01A3E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A094F-055E-4A37-AEAE-603495D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1C7C5B-FB2E-4D48-8C3F-9BD591B1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35566-9397-4204-92DE-5CE0D491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2211253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32D55-178F-4AC7-B57C-260551A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C6CA8-B742-42AE-A5CF-0B084A2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BBCCB-25F5-416B-BCF5-AAE90F0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581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F5A70-337C-40B4-8FD0-12700470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DAE46-7D33-401C-ADAB-A8C285A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пояснює моделі, коли викликати інструмент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10F81-A805-4D5D-B9CC-C1E03BA1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26228-F29E-4499-9382-FA2E29D6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5BB7D-4EA9-4859-9F6F-6B3A8EB8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89C5D-51BD-416B-BDD7-F65815A6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AFE1C-BCEC-4DDD-921D-5F8DC03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58576-8FA5-41A7-87F7-6BD776D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A765F-86F6-4436-B681-F58F71F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15873531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F0563-A0FD-4AAD-9F30-17829F3F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58A0-6B88-4502-8298-A26387E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A8063-0E60-498A-A8C0-CA07E791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3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399C3-49F8-4630-A089-E1EEF183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903D1-5F31-4D80-8D06-B9ABD3CE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45669-13BC-4088-838D-8CB5F128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392EF-871F-49EA-A7B6-B2ED24D0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277C1-7973-4A2E-BF2D-C6FCD93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A5B73-E526-4360-903F-15D0200E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FB90A-14C1-49E5-B459-F450E001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461AD-DCBD-4636-BE5C-A13C289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5083C-387A-409F-9161-FE51543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10111275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33882-D2D2-4D00-9D34-858CF125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8CF21-FEE6-4217-AB61-C16FF21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9BAE1-1F0B-4102-8120-745BF1D3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38B5B-075D-47CA-A7A8-2194683B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99D37-6995-41EA-9337-8EDA7D68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64F2E-87D0-4811-BE93-35E3B857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18A4E-7BAC-4FC2-A25B-31955BCE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8C07D-F72D-403C-A211-8DDAA26B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76893-4345-49F4-A8EB-48C0E697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0221A-89F4-4EF6-ABC5-EC56D4C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C5ECD-7AB2-4B90-AC1E-5BD3E5F1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A513D-3791-44B0-B6B5-C8EF1510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53059-9A2C-4CB0-B9CC-18360A04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91AA6-339F-490D-BC08-E694F08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8EC95-6F7B-4F58-81FD-76031B8C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5CB5C-0E9E-4F65-9B85-7A604FB2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E4F9A-8885-4ACB-8076-4657722D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C1706-0AF9-4AF5-8D58-94B6BC74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1136287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9EEED-A042-44DF-923C-365ED97F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91616-82C0-4111-966C-35141C23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BC077-16B5-48E7-A18E-25F0F292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63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E79CC-9368-4435-83A2-F447409D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FC1D8-20B5-4609-B569-FE60AEE4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E3BAD-F9E3-41E2-843B-7CAFF5F8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0AE7E-74A9-482E-8E3F-D784E683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7AFBD-0D22-4D36-BD3E-E79141D8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D26A6-9E90-4AAC-8162-B5F70103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7932-5E23-4E49-B212-7A416831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0ED73-1A0A-4FD7-BA35-0D8D221C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2C9E1-6245-41F3-9F7F-55D260DE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C5E55-65F9-47BB-8B31-18C9F711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A492C-4E5E-457B-8C81-E79973EE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0C002-9903-4DF5-B7C4-A1ABBB60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02B9B-A9F0-47AF-9C87-450A8A6D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B6214-BE9A-4FB8-B508-EF58F706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13231464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A3AB2-D1C5-4B82-8569-75F3FF29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053CB-8F47-462F-AEBC-FAAD04A1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7A9D7-D396-43E2-B32C-2176A1E0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91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BE181-B9A5-4042-8798-C96B940D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3E63B-C56F-4067-B2E5-2C34CF7B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C79B8-6AD5-45A9-98BD-82B5A67F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EA83A-0F31-46A8-B620-181C8AFD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1B9CA-640C-4FFB-93FF-BA2F544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ADCE5-B92F-4173-BA36-5BE01D33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DA527-CA5B-486D-952E-6F639140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668C8-935B-4472-9A6A-3211F59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761B3-F314-4FC0-937D-B838FA9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ABD60-8EF1-4AC1-96CF-2BE0193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D9D2D-EF08-4E40-AF7F-CC69EDEF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E8888-972B-4B60-8343-7298CCCE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658DF-BE57-4F3C-98A8-4B9F1F3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159F9-6103-41B8-9A10-4882BFD4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82C67-5B13-436D-AB35-450D55BA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3000892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5042F-AFC9-44EC-A321-F333FBCC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FA591-0824-44B0-ADB6-96B3CB0F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E7DC0-424A-40D2-9E5E-4965DBA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34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0E184-E2A9-49C7-B4E4-C03CAD23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A2EA2-94B3-4F17-AA50-38AB8B87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4B739-F951-4EED-8376-AAA365C3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14982-D8D5-469C-94C1-7A3F9E1F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47801-360C-4D25-8B35-6ACB3EB6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78BA1-CB04-4304-8384-92E8A20F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B2DB0-5ADC-4EEA-9BA7-1DFD194F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B392B-C9E5-4B17-A7DC-78BC96AE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FD3B5-1C3D-4122-BD47-7D6A5784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F9336-F9C5-4510-B903-E819EA95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BF85D-A513-49B7-9AFA-281F339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9CCD9-60B9-4346-931C-3A2927A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A5BBE-4CEE-44A0-886D-A1F969AB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63203-C0CF-49F9-82B7-37F18DB1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4BBFA-143D-4604-AAAF-0B26FF37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1568853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07F0D-9F2E-4F30-939F-C715ADF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F6EF0-6ECF-48C5-ACEF-89F65F2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88F7C-1793-413F-ACA1-FA4C4F7A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96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F4EBE-5DF6-4BE9-85E6-74C58516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54A5F-077B-4295-AB15-51A8E32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6FF03-6D62-4497-82DD-EDB9B5E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7D3EE-CCA2-4E96-A0F3-1D5BC81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6D9A5-8D37-4011-9610-0C077363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20786-04F6-4F43-843E-E4AAEC00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B10B1-4CD1-4371-90E4-BCCCBE6E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29397-1407-4D48-9D78-E09E69B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EBB99-4E03-4B88-84C6-DFC59E97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8D0B4-1FFF-4424-8F46-4A509903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D2D3E-A632-487A-9DE0-961159E2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9300034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860EB-B0C5-4FDD-BD31-D34E48F4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EF18C-9727-46A1-A901-0525482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A85C1-2B47-47A9-8ACA-988A22AA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AC847-CF11-4DC8-9AD8-404856BD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90A30-5532-4D35-B2CA-D537FC16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ведуть до першого локального запиту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40A06-B716-4314-A358-20386657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D0966-2C13-41DB-B054-D8CF2880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30940-55C0-4609-9B44-6B02222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E04CA-4E77-4BCF-9A42-FD758AA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BC03B-2F71-40FF-988E-FCF7A9C1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90D87-0CC9-4404-942A-F5C7B3C2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C200A-E2B3-4F16-B0E1-802928E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63A39-EF0B-4F28-B819-A19C809B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712FF-0B62-45B4-9324-9A713382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DAF93-50D5-4BC0-AEB9-4969E067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2D0C8-D484-4403-B11B-B941C4DC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013D2-4DDF-4D40-B772-2D4E6E45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9783B-3D0C-4E1D-A53E-1DAE3AF1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9D927-B1C6-4211-BF37-D024756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0D027-6948-46D7-99B8-3EFD73F2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F817E-E49F-4544-9AF8-FA80D2CB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A01C9-C547-4337-B35C-E1EFE761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AA7FC-88B3-4910-96A3-B5324EF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1BEBA-9A12-47A9-B614-1834DD83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E7777-18C0-45FF-A188-07B33801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DE1EA-92A7-4870-B5C9-BE657123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13661123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D879F-4EE8-40C6-B191-06E3700E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F9C4D-9F10-44C4-988B-918B16FF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55C4E-58EE-44AA-B36B-7D592DB0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00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3F68F-3F57-402A-8984-AE819F8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38E30-B9D1-45C5-BC8D-1AB8815C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79C2E-13F7-41D0-AAC4-701937F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38E3F-4AE9-4456-80BB-AACE48B0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62A88-1BCC-49E1-AD0E-D63ED269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3534A-F544-40FF-8014-818E19E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27AB4-E893-4B32-AAF6-9013E703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6F623-9721-475A-BA65-0E0BF962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1ED79-F87B-4FB6-B2DA-D36501C8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9E4E0-4C8F-4E56-B35C-73EB5F24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19584625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D619E-D686-42CE-A6EC-97F8628B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765E2-8CFE-4CAC-956A-CAB05EB4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685FB-CD7C-48C7-9527-C17184D2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75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3570D-E4E9-4776-9876-28EDE489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09473-5D32-4D88-8F51-CBC172FC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AA867-0A79-4A5F-B159-A2A8EDFA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53600-89D4-45E2-8531-FA56BF01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8C0E9-6863-440C-A128-5457DFE5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897C3-28D8-4E74-BDA7-E100DC1C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5942B-CD3A-4830-A905-355C82CE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4A657-D280-4210-AB86-38C8C0C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4808D-6A68-4012-B655-D160F6E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31786-E1D5-4DB1-9A88-56F9A9FA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4CA39-B620-4857-AD7A-BEE71C2C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03395-8AEB-4173-89CF-7A5D2B75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ED77A-6742-4585-AFF6-B41FFBE1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DE0AF-BB02-4F72-B4F1-4FF9260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9FE53-8818-4F98-BA7E-4BF708B2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C470BC-8BB1-44A7-B43F-F51CA31C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4002161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38420-3E1B-43C0-9215-032813FE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27080-8871-4279-92E3-7AA414FB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00C9D-9259-43C8-A578-46D1F86B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0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2DA25-9FC5-41AA-A23D-6CB01310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67A4D-BB41-4FD3-B0BA-DDC23812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Гілка workshop-start залишає місця для спільного коду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2F609-375E-4832-86BA-E2DB7B8B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4B224-6960-42CA-A99E-AF5B1A37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2E2AE-1D4B-48E9-975D-FE412953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D5542-7275-411E-9C21-AD39E22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243F9-2F8B-4CE2-B16E-78F54DDA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3A605-4308-460D-AEB7-2AD88C92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094C2-7A29-497A-B3E0-9F439C08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FC5F7-5BED-4E65-82FE-814B9EEE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977E0-B727-43E6-9EE9-C13C20A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ED0039-72E2-407B-BF39-C9337875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3AE958-72DC-49B7-BD47-98CFFB6E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6429272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FC46F6-58F3-46C4-896F-6D217759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46F23-3311-49FD-A231-DC166D65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825D8-6D5D-4984-9FA9-B68D0B82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45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20138-2998-4048-8F13-11354726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62238-E604-4E1C-B602-34127C98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перетворюють очікування на автоматичний чеклист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3a66f387848dc">
            <a:extLst>
              <a:ext uri="{96DAC541-7B7A-43D3-8B79-37D633B846F1}">
                <asvg:svgBlip xmlns:asvg="http://schemas.microsoft.com/office/drawing/2016/SVG/main" r:embed="R7949bab1bd4244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13E04-9359-4322-AD91-72089D2B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80DAB-C938-4BF3-BC47-3F27C94B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94EBA-2AA8-4378-BD96-967DF09A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AD804-AF66-4BFC-9F3F-BA10F120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357F4-F11C-4BB3-A9AD-A08293BA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45F69-3D63-44BD-AF1E-DEDED380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138B8-1687-489F-9896-2235AD07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A66CE-680D-4BBE-ADF5-0CA76510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4E9B8-E318-4D66-A448-BD661A75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5C3B7-2AF9-488C-A726-7F6A4F83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7C5D9-37E3-4BD6-A7CE-FF810EB8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5E76A-BB06-4A77-9448-FDE543CE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89C2F-A598-4196-B529-E13A15D6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82700-4E62-4828-9E15-211E1913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5821937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60582-6FBC-41F3-8F78-C0118A5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8DEAB-2E63-4872-8066-A5448C8A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0233D-11CC-45AB-9177-08B8E2E2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81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6F2EA-8511-4709-A1B7-70B22C38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E3D23-5673-423A-9128-5A5C1140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ML-інструмент дає сигнал ризику, а рішення лишає людині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0c23b2d1f4a38">
            <a:extLst>
              <a:ext uri="{96DAC541-7B7A-43D3-8B79-37D633B846F1}">
                <asvg:svgBlip xmlns:asvg="http://schemas.microsoft.com/office/drawing/2016/SVG/main" r:embed="R19ac64dec75b43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F0272-AF6A-43CB-8663-22C7E7BA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15E2C-946B-4D6A-912B-01B858CD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362A6-3CED-4072-A394-592BF4F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81B67-239E-44A5-AAA4-7645A513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F0156-87AF-4F36-8A79-16134C0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EF390-A98F-4E45-85C0-271CFB1B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83BBB-63BF-4EAD-A756-8E5A86BD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D02EB-FD98-4C86-8B88-9CB02587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2FBD4-4E8E-4EA9-A438-1C8EA428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DC4BE-DCFB-4DF9-941A-9144FCE2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B7429-25AD-40E3-9738-AD80DED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20695948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B8DE8-19A1-49B5-ACF6-E848E08A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A5FB0-7586-4154-B0FB-B95F9835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3AECD-855D-4CA9-80C5-555CFDC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6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0D707-1E2C-4617-BE91-823D3AA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12E13-309C-4A08-ACBD-FEC24EAE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відкрити, надіслати й перевірити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D4732-B719-42C0-9619-AFB86619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9077A-90CB-4D1D-8914-9B3C8DC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1600C-7CD1-47FD-A447-102B237A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AF8F1-CC29-45CD-918C-AC9CD8CD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CB3B9-FED5-4F95-AA23-6710791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C6305-896B-42EA-A4C5-FCA2D7A0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50D8F-5089-468F-A2A3-88D6AAF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52288-EC08-4E4A-8F1A-EBC0A822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0336B-56DA-481B-85C0-AA754AF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4DADA-C5ED-4FD0-99C7-2C12C03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300832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6FFD5-60D7-4F6C-B453-4C7AD880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BD455-5A3E-42BC-A089-4A345B58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43744-3198-4A55-A2A8-A328E909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15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16FBC-D5E4-43BF-8458-F428A33F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8CB04-8B9A-4960-B4BA-F1C24F69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stdio, у хмарі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84960-D6C0-4DB1-AF62-44AD3257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99F0D-B728-4D11-BA55-C319EAD7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8B046-7847-4E5B-8967-CF6344DC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E7C30-FB00-4F63-BA1D-29D9B42C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Desktop сам запускає Python-процес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обмін через stdin / stdout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9F70D7-A4A2-4832-B46C-378FC6D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70319-AE6B-4F7E-9554-AD6C76D5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AAEE95-6A6F-49E1-9D11-B6D9729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4FD62-7059-44A6-9969-E0FE3DC6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 працює постійно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клієнти приходять за URL /mcp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20F94-B2C4-4961-A5C3-7037FF23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MCP_TRANSPORT перемикає режим. Код інструментів не змінюється</a:t>
            </a:r>
          </a:p>
        </p:txBody>
      </p:sp>
    </p:spTree>
    <p:extLst>
      <p:ext uri="{BB962C8B-B14F-4D97-AF65-F5344CB8AC3E}">
        <p14:creationId xmlns:p14="http://schemas.microsoft.com/office/powerpoint/2010/main" val="11617555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8E7F5F-5F73-42FA-8607-0DE9F6C7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5639F-0CEA-4F97-B552-D71E5C2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A578B-EE09-4275-BC76-55832C88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86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CEBB6-55D6-4CAF-A632-B68088AC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26313-80E8-4DBB-9F16-172F4F2B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із GitHub і дає MCP-адресу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0BB1C-C6EB-44DC-A04E-25A54A8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791bbe39c4b17">
            <a:extLst>
              <a:ext uri="{96DAC541-7B7A-43D3-8B79-37D633B846F1}">
                <asvg:svgBlip xmlns:asvg="http://schemas.microsoft.com/office/drawing/2016/SVG/main" r:embed="R3248d98c330e44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8ED37-C257-447B-A112-3F096E46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1364-FFB7-470F-886B-438B3AD0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30AA8-9DC3-4929-9B67-526C2E52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21bffcfac4f5a">
            <a:extLst>
              <a:ext uri="{96DAC541-7B7A-43D3-8B79-37D633B846F1}">
                <asvg:svgBlip xmlns:asvg="http://schemas.microsoft.com/office/drawing/2016/SVG/main" r:embed="R48423ee41b1f4e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D3E9A-AF07-4B76-8167-A1EC9894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0BBFA-BDA5-41C2-9E76-2077669A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72B12-C4F3-4B4F-9B54-62E542DD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f4995bb3443b6">
            <a:extLst>
              <a:ext uri="{96DAC541-7B7A-43D3-8B79-37D633B846F1}">
                <asvg:svgBlip xmlns:asvg="http://schemas.microsoft.com/office/drawing/2016/SVG/main" r:embed="R625effd73b7544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969CA-A773-429C-B3A2-4E387068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A53C7-7826-4F1F-95C2-9AC84F95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44901-D0C1-48A8-B0B6-98A3E7F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02e422d9c44ce">
            <a:extLst>
              <a:ext uri="{96DAC541-7B7A-43D3-8B79-37D633B846F1}">
                <asvg:svgBlip xmlns:asvg="http://schemas.microsoft.com/office/drawing/2016/SVG/main" r:embed="R7736eefd3b8147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27C86-C415-4CD8-BD62-19A49C2F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AA849-707E-4D02-80F4-7BAD31B1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51DBE-2B66-4D7D-A789-27EE794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a2088f2944126">
            <a:extLst>
              <a:ext uri="{96DAC541-7B7A-43D3-8B79-37D633B846F1}">
                <asvg:svgBlip xmlns:asvg="http://schemas.microsoft.com/office/drawing/2016/SVG/main" r:embed="R7ea94aa036de4d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72961-957D-4172-8CD2-014BEBA0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588807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F5472-622A-48B2-A593-F35FFC9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AA732-A9B5-4916-9F41-C3DF41A8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1751C-3E50-4412-A446-52D8C436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22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B0CFE-86B0-4A44-BD9D-3A3E4E78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F0C58-7B50-4D48-9C15-2B1924D1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84459-09F9-4D9B-8F3A-B836F4C4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012A-04F0-4D73-B39B-B099197E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FE724-A41E-43F8-A870-EE5B858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8D3E8-18C7-41F3-A118-E63857B0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54C61-2220-4A71-837B-07125B25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46ABA-6A64-4C0F-B308-801C9DE5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00763-1317-4736-A5D4-EF9898F6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10C84-2A0B-45ED-9802-5142FF4A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E06AF-5E4C-4459-BDEC-8F613773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95F0E-6669-4A45-8D8D-A99AD96E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1E41B-A4B7-47F3-BBD9-A49A37C8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A7ACD-1EF0-4C4B-ACEF-2CF84862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7836B-AA14-4DB1-861E-6A1D6266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EF79E-2E57-4757-AC28-FD77C56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BBD24-98E5-4D72-A1B2-117A9E5E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66FF7-9E0B-4628-931C-11A375EC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21085-F852-42FC-A358-43D54606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35411-4D52-42AC-968A-10A897B6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14FF2-0ED6-43AA-B1BF-31E40EB3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98A6B-29C6-45D7-820B-078CA26A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65843-6DF2-4AC7-B9FB-0E357D4D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CDE89C-8A6D-4AC5-85EF-774409D6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21177-DE51-49B2-A74D-E7446141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78D8E3-528D-48C3-B829-C8CF69D1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42977-E4B0-4711-89A4-61A0442B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C60845-61C9-4855-8A1B-4762A658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A8399-0DB1-42D6-A42E-50A8451F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1060792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9EFDD-CEB4-472F-807C-7900C515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B22D6-F320-4FB9-9CD4-C797FD66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5E2EF-BD07-461F-B12D-2DA0FBDC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9A20E-8640-40DA-A863-B0E279B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7be7c7d184231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067C1-FC15-485E-9A29-DF23BAF6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робити далі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2EA57-A8FB-433A-9295-016B45DF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72DBF-F3BD-420F-99DC-66750F7D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6843E-1B60-41C0-8BCE-96DF93AF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Сьогодні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93A74-64E9-40AD-92AD-8BB5C26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підключити свою тестову базу під read-only роллю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0FE74-F8F1-4FD2-82FD-E0BFC38F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EE509-34D3-4829-8DC5-FC435280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37F71-CF1F-489F-96D2-6F71698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Цього тижня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DE64F-898C-408F-BF43-C1CE82C0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один інструмент під реальне бізнес-питання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F037B-345F-4089-9537-D8BDEDB1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18575-8F4B-4FE0-B1D4-11ECAE9E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81802-110B-4825-8011-D37DE183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Перед продом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5A419-6321-4AF3-8BB7-D7CA5507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автентифікація, обмеження рядків, моніторинг,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041DA-F221-4A13-A9D1-F1FED0EA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Почніть з одного безпечного питання, яке болить команді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E8B1C-F783-4095-A637-44268FAA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1338165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2026-09-17T06:36:04.3390000Z</dcterms:created>
  <dcterms:modified xsi:type="dcterms:W3CDTF">2026-09-17T06:36:04.3390000Z</dcterms:modified>
</coreProperties>
</file>